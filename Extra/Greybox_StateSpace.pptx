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67" r:id="rId3"/>
    <p:sldId id="257" r:id="rId4"/>
    <p:sldId id="258" r:id="rId5"/>
    <p:sldId id="274" r:id="rId6"/>
    <p:sldId id="259" r:id="rId7"/>
    <p:sldId id="260" r:id="rId8"/>
    <p:sldId id="261" r:id="rId9"/>
    <p:sldId id="262" r:id="rId10"/>
    <p:sldId id="263" r:id="rId11"/>
    <p:sldId id="264" r:id="rId12"/>
    <p:sldId id="268" r:id="rId13"/>
    <p:sldId id="269" r:id="rId14"/>
    <p:sldId id="270" r:id="rId15"/>
    <p:sldId id="271" r:id="rId16"/>
    <p:sldId id="272" r:id="rId17"/>
    <p:sldId id="273" r:id="rId18"/>
    <p:sldId id="265" r:id="rId19"/>
    <p:sldId id="26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FFF8"/>
    <a:srgbClr val="F9E5B8"/>
    <a:srgbClr val="FFB8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CE36D2-CA13-4D4F-A7F4-9918AB460152}" v="921" dt="2025-12-12T12:43:40.9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4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rii, Nicolae" userId="e7d42a24-fdb3-494b-94cf-83df6804dc51" providerId="ADAL" clId="{BACE36D2-CA13-4D4F-A7F4-9918AB460152}"/>
    <pc:docChg chg="undo custSel addSld modSld sldOrd addMainMaster delMainMaster">
      <pc:chgData name="Darii, Nicolae" userId="e7d42a24-fdb3-494b-94cf-83df6804dc51" providerId="ADAL" clId="{BACE36D2-CA13-4D4F-A7F4-9918AB460152}" dt="2025-12-12T12:44:25.253" v="2188" actId="1076"/>
      <pc:docMkLst>
        <pc:docMk/>
      </pc:docMkLst>
      <pc:sldChg chg="addSp delSp modSp new mod setBg modClrScheme chgLayout">
        <pc:chgData name="Darii, Nicolae" userId="e7d42a24-fdb3-494b-94cf-83df6804dc51" providerId="ADAL" clId="{BACE36D2-CA13-4D4F-A7F4-9918AB460152}" dt="2025-12-11T13:05:56.637" v="1059" actId="478"/>
        <pc:sldMkLst>
          <pc:docMk/>
          <pc:sldMk cId="1903142198" sldId="256"/>
        </pc:sldMkLst>
        <pc:spChg chg="mod">
          <ac:chgData name="Darii, Nicolae" userId="e7d42a24-fdb3-494b-94cf-83df6804dc51" providerId="ADAL" clId="{BACE36D2-CA13-4D4F-A7F4-9918AB460152}" dt="2025-12-11T12:41:36.238" v="34" actId="26606"/>
          <ac:spMkLst>
            <pc:docMk/>
            <pc:sldMk cId="1903142198" sldId="256"/>
            <ac:spMk id="2" creationId="{215C3540-64E0-0175-B78C-56A6EEF53CD0}"/>
          </ac:spMkLst>
        </pc:spChg>
        <pc:spChg chg="del mod">
          <ac:chgData name="Darii, Nicolae" userId="e7d42a24-fdb3-494b-94cf-83df6804dc51" providerId="ADAL" clId="{BACE36D2-CA13-4D4F-A7F4-9918AB460152}" dt="2025-12-11T13:05:56.637" v="1059" actId="478"/>
          <ac:spMkLst>
            <pc:docMk/>
            <pc:sldMk cId="1903142198" sldId="256"/>
            <ac:spMk id="3" creationId="{62B85E22-F693-0581-547F-CA3D56F239DC}"/>
          </ac:spMkLst>
        </pc:spChg>
        <pc:spChg chg="add">
          <ac:chgData name="Darii, Nicolae" userId="e7d42a24-fdb3-494b-94cf-83df6804dc51" providerId="ADAL" clId="{BACE36D2-CA13-4D4F-A7F4-9918AB460152}" dt="2025-12-11T12:41:36.238" v="34" actId="26606"/>
          <ac:spMkLst>
            <pc:docMk/>
            <pc:sldMk cId="1903142198" sldId="256"/>
            <ac:spMk id="9" creationId="{0EECA69B-4C2A-7F31-8019-E90DB3BD49CB}"/>
          </ac:spMkLst>
        </pc:spChg>
        <pc:spChg chg="add">
          <ac:chgData name="Darii, Nicolae" userId="e7d42a24-fdb3-494b-94cf-83df6804dc51" providerId="ADAL" clId="{BACE36D2-CA13-4D4F-A7F4-9918AB460152}" dt="2025-12-11T12:41:36.238" v="34" actId="26606"/>
          <ac:spMkLst>
            <pc:docMk/>
            <pc:sldMk cId="1903142198" sldId="256"/>
            <ac:spMk id="11" creationId="{857DEAC1-B3AA-6569-0A44-A191DF2F3C67}"/>
          </ac:spMkLst>
        </pc:spChg>
        <pc:picChg chg="add">
          <ac:chgData name="Darii, Nicolae" userId="e7d42a24-fdb3-494b-94cf-83df6804dc51" providerId="ADAL" clId="{BACE36D2-CA13-4D4F-A7F4-9918AB460152}" dt="2025-12-11T12:41:36.238" v="34" actId="26606"/>
          <ac:picMkLst>
            <pc:docMk/>
            <pc:sldMk cId="1903142198" sldId="256"/>
            <ac:picMk id="4" creationId="{E411B380-7756-D107-C14D-56CC9F33EC36}"/>
          </ac:picMkLst>
        </pc:picChg>
      </pc:sldChg>
      <pc:sldChg chg="addSp delSp modSp new mod ord setBg">
        <pc:chgData name="Darii, Nicolae" userId="e7d42a24-fdb3-494b-94cf-83df6804dc51" providerId="ADAL" clId="{BACE36D2-CA13-4D4F-A7F4-9918AB460152}" dt="2025-12-12T12:36:13.237" v="2144" actId="1076"/>
        <pc:sldMkLst>
          <pc:docMk/>
          <pc:sldMk cId="3024534271" sldId="257"/>
        </pc:sldMkLst>
        <pc:spChg chg="mod">
          <ac:chgData name="Darii, Nicolae" userId="e7d42a24-fdb3-494b-94cf-83df6804dc51" providerId="ADAL" clId="{BACE36D2-CA13-4D4F-A7F4-9918AB460152}" dt="2025-12-12T12:36:05.044" v="2140" actId="26606"/>
          <ac:spMkLst>
            <pc:docMk/>
            <pc:sldMk cId="3024534271" sldId="257"/>
            <ac:spMk id="2" creationId="{89F7E8F1-67BC-C7A6-91DE-F43E4A7137C9}"/>
          </ac:spMkLst>
        </pc:spChg>
        <pc:spChg chg="del">
          <ac:chgData name="Darii, Nicolae" userId="e7d42a24-fdb3-494b-94cf-83df6804dc51" providerId="ADAL" clId="{BACE36D2-CA13-4D4F-A7F4-9918AB460152}" dt="2025-12-11T12:42:05.676" v="47" actId="478"/>
          <ac:spMkLst>
            <pc:docMk/>
            <pc:sldMk cId="3024534271" sldId="257"/>
            <ac:spMk id="3" creationId="{65871A1B-F026-C17C-9D68-A0BBE547C1A2}"/>
          </ac:spMkLst>
        </pc:spChg>
        <pc:spChg chg="add del">
          <ac:chgData name="Darii, Nicolae" userId="e7d42a24-fdb3-494b-94cf-83df6804dc51" providerId="ADAL" clId="{BACE36D2-CA13-4D4F-A7F4-9918AB460152}" dt="2025-12-12T12:36:05.044" v="2140" actId="26606"/>
          <ac:spMkLst>
            <pc:docMk/>
            <pc:sldMk cId="3024534271" sldId="257"/>
            <ac:spMk id="11" creationId="{774A975B-A886-5202-0489-6965514A0D14}"/>
          </ac:spMkLst>
        </pc:spChg>
        <pc:spChg chg="add del">
          <ac:chgData name="Darii, Nicolae" userId="e7d42a24-fdb3-494b-94cf-83df6804dc51" providerId="ADAL" clId="{BACE36D2-CA13-4D4F-A7F4-9918AB460152}" dt="2025-12-12T12:36:05.044" v="2140" actId="26606"/>
          <ac:spMkLst>
            <pc:docMk/>
            <pc:sldMk cId="3024534271" sldId="257"/>
            <ac:spMk id="13" creationId="{EA67E988-5919-57BB-C7DE-D3EAD38A3045}"/>
          </ac:spMkLst>
        </pc:spChg>
        <pc:spChg chg="add del">
          <ac:chgData name="Darii, Nicolae" userId="e7d42a24-fdb3-494b-94cf-83df6804dc51" providerId="ADAL" clId="{BACE36D2-CA13-4D4F-A7F4-9918AB460152}" dt="2025-12-12T12:36:05.044" v="2140" actId="26606"/>
          <ac:spMkLst>
            <pc:docMk/>
            <pc:sldMk cId="3024534271" sldId="257"/>
            <ac:spMk id="15" creationId="{FAF3766F-DEF3-4802-BB0D-7A18EDD9704F}"/>
          </ac:spMkLst>
        </pc:spChg>
        <pc:spChg chg="add del">
          <ac:chgData name="Darii, Nicolae" userId="e7d42a24-fdb3-494b-94cf-83df6804dc51" providerId="ADAL" clId="{BACE36D2-CA13-4D4F-A7F4-9918AB460152}" dt="2025-12-12T12:36:05.044" v="2140" actId="26606"/>
          <ac:spMkLst>
            <pc:docMk/>
            <pc:sldMk cId="3024534271" sldId="257"/>
            <ac:spMk id="17" creationId="{81F0C179-4DBF-6AB9-CD0B-9224A0C885A4}"/>
          </ac:spMkLst>
        </pc:spChg>
        <pc:picChg chg="add del mod">
          <ac:chgData name="Darii, Nicolae" userId="e7d42a24-fdb3-494b-94cf-83df6804dc51" providerId="ADAL" clId="{BACE36D2-CA13-4D4F-A7F4-9918AB460152}" dt="2025-12-12T12:35:57.957" v="2136" actId="478"/>
          <ac:picMkLst>
            <pc:docMk/>
            <pc:sldMk cId="3024534271" sldId="257"/>
            <ac:picMk id="4" creationId="{C8E13038-79C6-2757-8F21-4C34C610C09A}"/>
          </ac:picMkLst>
        </pc:picChg>
        <pc:picChg chg="add mod">
          <ac:chgData name="Darii, Nicolae" userId="e7d42a24-fdb3-494b-94cf-83df6804dc51" providerId="ADAL" clId="{BACE36D2-CA13-4D4F-A7F4-9918AB460152}" dt="2025-12-12T12:36:13.237" v="2144" actId="1076"/>
          <ac:picMkLst>
            <pc:docMk/>
            <pc:sldMk cId="3024534271" sldId="257"/>
            <ac:picMk id="6" creationId="{F330BA6C-77C1-9B4D-672A-06482FF319B6}"/>
          </ac:picMkLst>
        </pc:picChg>
      </pc:sldChg>
      <pc:sldChg chg="addSp delSp modSp new mod setBg">
        <pc:chgData name="Darii, Nicolae" userId="e7d42a24-fdb3-494b-94cf-83df6804dc51" providerId="ADAL" clId="{BACE36D2-CA13-4D4F-A7F4-9918AB460152}" dt="2025-12-12T12:44:25.253" v="2188" actId="1076"/>
        <pc:sldMkLst>
          <pc:docMk/>
          <pc:sldMk cId="3451979685" sldId="258"/>
        </pc:sldMkLst>
        <pc:spChg chg="mod">
          <ac:chgData name="Darii, Nicolae" userId="e7d42a24-fdb3-494b-94cf-83df6804dc51" providerId="ADAL" clId="{BACE36D2-CA13-4D4F-A7F4-9918AB460152}" dt="2025-12-11T12:52:57.921" v="907" actId="20577"/>
          <ac:spMkLst>
            <pc:docMk/>
            <pc:sldMk cId="3451979685" sldId="258"/>
            <ac:spMk id="2" creationId="{82682073-6B4A-D332-1247-9192E32BDB84}"/>
          </ac:spMkLst>
        </pc:spChg>
        <pc:spChg chg="del">
          <ac:chgData name="Darii, Nicolae" userId="e7d42a24-fdb3-494b-94cf-83df6804dc51" providerId="ADAL" clId="{BACE36D2-CA13-4D4F-A7F4-9918AB460152}" dt="2025-12-11T12:42:34.673" v="77" actId="478"/>
          <ac:spMkLst>
            <pc:docMk/>
            <pc:sldMk cId="3451979685" sldId="258"/>
            <ac:spMk id="3" creationId="{8F7D4CD4-A195-FB14-9ADF-AC66DF864D4B}"/>
          </ac:spMkLst>
        </pc:spChg>
        <pc:spChg chg="add">
          <ac:chgData name="Darii, Nicolae" userId="e7d42a24-fdb3-494b-94cf-83df6804dc51" providerId="ADAL" clId="{BACE36D2-CA13-4D4F-A7F4-9918AB460152}" dt="2025-12-11T12:47:41.783" v="771" actId="26606"/>
          <ac:spMkLst>
            <pc:docMk/>
            <pc:sldMk cId="3451979685" sldId="258"/>
            <ac:spMk id="9" creationId="{04213918-F1EB-4BCE-BE23-F5E9851EE05C}"/>
          </ac:spMkLst>
        </pc:spChg>
        <pc:spChg chg="add">
          <ac:chgData name="Darii, Nicolae" userId="e7d42a24-fdb3-494b-94cf-83df6804dc51" providerId="ADAL" clId="{BACE36D2-CA13-4D4F-A7F4-9918AB460152}" dt="2025-12-11T12:47:41.783" v="771" actId="26606"/>
          <ac:spMkLst>
            <pc:docMk/>
            <pc:sldMk cId="3451979685" sldId="258"/>
            <ac:spMk id="11" creationId="{2062E862-C7F7-4CA1-B929-D0B75F5E9FB9}"/>
          </ac:spMkLst>
        </pc:spChg>
        <pc:graphicFrameChg chg="add mod modGraphic">
          <ac:chgData name="Darii, Nicolae" userId="e7d42a24-fdb3-494b-94cf-83df6804dc51" providerId="ADAL" clId="{BACE36D2-CA13-4D4F-A7F4-9918AB460152}" dt="2025-12-12T12:40:03.281" v="2145" actId="26606"/>
          <ac:graphicFrameMkLst>
            <pc:docMk/>
            <pc:sldMk cId="3451979685" sldId="258"/>
            <ac:graphicFrameMk id="4" creationId="{2A41005B-2A01-95CA-0B66-F1FF3A6B5C4A}"/>
          </ac:graphicFrameMkLst>
        </pc:graphicFrameChg>
        <pc:picChg chg="add mod">
          <ac:chgData name="Darii, Nicolae" userId="e7d42a24-fdb3-494b-94cf-83df6804dc51" providerId="ADAL" clId="{BACE36D2-CA13-4D4F-A7F4-9918AB460152}" dt="2025-12-12T09:40:18.775" v="1517"/>
          <ac:picMkLst>
            <pc:docMk/>
            <pc:sldMk cId="3451979685" sldId="258"/>
            <ac:picMk id="3" creationId="{E14958A1-6B74-D339-1D6A-CDDEC9FD6642}"/>
          </ac:picMkLst>
        </pc:picChg>
        <pc:picChg chg="add del mod">
          <ac:chgData name="Darii, Nicolae" userId="e7d42a24-fdb3-494b-94cf-83df6804dc51" providerId="ADAL" clId="{BACE36D2-CA13-4D4F-A7F4-9918AB460152}" dt="2025-12-12T12:43:51.666" v="2181" actId="478"/>
          <ac:picMkLst>
            <pc:docMk/>
            <pc:sldMk cId="3451979685" sldId="258"/>
            <ac:picMk id="6" creationId="{F6B41842-B75E-B992-500D-D6595DF51C90}"/>
          </ac:picMkLst>
        </pc:picChg>
        <pc:picChg chg="add mod">
          <ac:chgData name="Darii, Nicolae" userId="e7d42a24-fdb3-494b-94cf-83df6804dc51" providerId="ADAL" clId="{BACE36D2-CA13-4D4F-A7F4-9918AB460152}" dt="2025-12-12T12:40:19.142" v="2151" actId="571"/>
          <ac:picMkLst>
            <pc:docMk/>
            <pc:sldMk cId="3451979685" sldId="258"/>
            <ac:picMk id="7" creationId="{FB8BB8B3-B18F-26AF-B968-033E8F5347C3}"/>
          </ac:picMkLst>
        </pc:picChg>
        <pc:picChg chg="add del mod">
          <ac:chgData name="Darii, Nicolae" userId="e7d42a24-fdb3-494b-94cf-83df6804dc51" providerId="ADAL" clId="{BACE36D2-CA13-4D4F-A7F4-9918AB460152}" dt="2025-12-12T12:43:50.630" v="2179" actId="478"/>
          <ac:picMkLst>
            <pc:docMk/>
            <pc:sldMk cId="3451979685" sldId="258"/>
            <ac:picMk id="10" creationId="{B14051B3-998B-945F-0B9F-C75000848B49}"/>
          </ac:picMkLst>
        </pc:picChg>
        <pc:picChg chg="add del mod">
          <ac:chgData name="Darii, Nicolae" userId="e7d42a24-fdb3-494b-94cf-83df6804dc51" providerId="ADAL" clId="{BACE36D2-CA13-4D4F-A7F4-9918AB460152}" dt="2025-12-12T12:43:51.147" v="2180" actId="478"/>
          <ac:picMkLst>
            <pc:docMk/>
            <pc:sldMk cId="3451979685" sldId="258"/>
            <ac:picMk id="13" creationId="{0AC60C30-EBFA-AB02-0948-CFD251DDA3C9}"/>
          </ac:picMkLst>
        </pc:picChg>
        <pc:picChg chg="add mod">
          <ac:chgData name="Darii, Nicolae" userId="e7d42a24-fdb3-494b-94cf-83df6804dc51" providerId="ADAL" clId="{BACE36D2-CA13-4D4F-A7F4-9918AB460152}" dt="2025-12-12T12:44:25.253" v="2188" actId="1076"/>
          <ac:picMkLst>
            <pc:docMk/>
            <pc:sldMk cId="3451979685" sldId="258"/>
            <ac:picMk id="15" creationId="{DB03F5B3-AC9B-6245-C26D-E5C4759CBC15}"/>
          </ac:picMkLst>
        </pc:picChg>
        <pc:picChg chg="add mod">
          <ac:chgData name="Darii, Nicolae" userId="e7d42a24-fdb3-494b-94cf-83df6804dc51" providerId="ADAL" clId="{BACE36D2-CA13-4D4F-A7F4-9918AB460152}" dt="2025-12-12T12:44:25.253" v="2188" actId="1076"/>
          <ac:picMkLst>
            <pc:docMk/>
            <pc:sldMk cId="3451979685" sldId="258"/>
            <ac:picMk id="17" creationId="{06E4C95A-8F0E-92F4-1385-0553E3683281}"/>
          </ac:picMkLst>
        </pc:picChg>
        <pc:picChg chg="add mod">
          <ac:chgData name="Darii, Nicolae" userId="e7d42a24-fdb3-494b-94cf-83df6804dc51" providerId="ADAL" clId="{BACE36D2-CA13-4D4F-A7F4-9918AB460152}" dt="2025-12-12T12:44:25.253" v="2188" actId="1076"/>
          <ac:picMkLst>
            <pc:docMk/>
            <pc:sldMk cId="3451979685" sldId="258"/>
            <ac:picMk id="19" creationId="{5542DEF2-9E58-5222-BD6F-BD103D1998BA}"/>
          </ac:picMkLst>
        </pc:picChg>
        <pc:picChg chg="add mod">
          <ac:chgData name="Darii, Nicolae" userId="e7d42a24-fdb3-494b-94cf-83df6804dc51" providerId="ADAL" clId="{BACE36D2-CA13-4D4F-A7F4-9918AB460152}" dt="2025-12-12T12:44:25.253" v="2188" actId="1076"/>
          <ac:picMkLst>
            <pc:docMk/>
            <pc:sldMk cId="3451979685" sldId="258"/>
            <ac:picMk id="20" creationId="{80E44579-FE86-51D8-68BF-FEF40F89927A}"/>
          </ac:picMkLst>
        </pc:picChg>
        <pc:picChg chg="add mod">
          <ac:chgData name="Darii, Nicolae" userId="e7d42a24-fdb3-494b-94cf-83df6804dc51" providerId="ADAL" clId="{BACE36D2-CA13-4D4F-A7F4-9918AB460152}" dt="2025-12-12T12:44:25.253" v="2188" actId="1076"/>
          <ac:picMkLst>
            <pc:docMk/>
            <pc:sldMk cId="3451979685" sldId="258"/>
            <ac:picMk id="21" creationId="{C2F9C9F0-8C50-9A76-CE88-27C40723209E}"/>
          </ac:picMkLst>
        </pc:picChg>
        <pc:picChg chg="add mod">
          <ac:chgData name="Darii, Nicolae" userId="e7d42a24-fdb3-494b-94cf-83df6804dc51" providerId="ADAL" clId="{BACE36D2-CA13-4D4F-A7F4-9918AB460152}" dt="2025-12-12T12:44:25.253" v="2188" actId="1076"/>
          <ac:picMkLst>
            <pc:docMk/>
            <pc:sldMk cId="3451979685" sldId="258"/>
            <ac:picMk id="22" creationId="{78BF9556-B3A0-FB66-90AB-B52EC15DC6C7}"/>
          </ac:picMkLst>
        </pc:picChg>
      </pc:sldChg>
      <pc:sldChg chg="addSp delSp modSp new mod setBg addAnim delAnim">
        <pc:chgData name="Darii, Nicolae" userId="e7d42a24-fdb3-494b-94cf-83df6804dc51" providerId="ADAL" clId="{BACE36D2-CA13-4D4F-A7F4-9918AB460152}" dt="2025-12-12T10:01:26.216" v="2097" actId="20577"/>
        <pc:sldMkLst>
          <pc:docMk/>
          <pc:sldMk cId="1374164529" sldId="259"/>
        </pc:sldMkLst>
        <pc:spChg chg="mod">
          <ac:chgData name="Darii, Nicolae" userId="e7d42a24-fdb3-494b-94cf-83df6804dc51" providerId="ADAL" clId="{BACE36D2-CA13-4D4F-A7F4-9918AB460152}" dt="2025-12-11T13:00:38.518" v="1008" actId="26606"/>
          <ac:spMkLst>
            <pc:docMk/>
            <pc:sldMk cId="1374164529" sldId="259"/>
            <ac:spMk id="2" creationId="{FAAD5E41-0B5F-0664-53E0-4586CC6DCC49}"/>
          </ac:spMkLst>
        </pc:spChg>
        <pc:spChg chg="add mod ord">
          <ac:chgData name="Darii, Nicolae" userId="e7d42a24-fdb3-494b-94cf-83df6804dc51" providerId="ADAL" clId="{BACE36D2-CA13-4D4F-A7F4-9918AB460152}" dt="2025-12-12T09:39:17.676" v="1515" actId="14100"/>
          <ac:spMkLst>
            <pc:docMk/>
            <pc:sldMk cId="1374164529" sldId="259"/>
            <ac:spMk id="3" creationId="{1D456B99-058F-4529-24B8-0926C9863F60}"/>
          </ac:spMkLst>
        </pc:spChg>
        <pc:spChg chg="del">
          <ac:chgData name="Darii, Nicolae" userId="e7d42a24-fdb3-494b-94cf-83df6804dc51" providerId="ADAL" clId="{BACE36D2-CA13-4D4F-A7F4-9918AB460152}" dt="2025-12-11T12:50:52.970" v="860" actId="478"/>
          <ac:spMkLst>
            <pc:docMk/>
            <pc:sldMk cId="1374164529" sldId="259"/>
            <ac:spMk id="3" creationId="{A0680336-2AE2-178A-656B-F40D48571034}"/>
          </ac:spMkLst>
        </pc:spChg>
        <pc:spChg chg="add mod">
          <ac:chgData name="Darii, Nicolae" userId="e7d42a24-fdb3-494b-94cf-83df6804dc51" providerId="ADAL" clId="{BACE36D2-CA13-4D4F-A7F4-9918AB460152}" dt="2025-12-12T10:01:26.216" v="2097" actId="20577"/>
          <ac:spMkLst>
            <pc:docMk/>
            <pc:sldMk cId="1374164529" sldId="259"/>
            <ac:spMk id="4" creationId="{E0546414-A825-BA62-9A7D-3F5E6D8AE443}"/>
          </ac:spMkLst>
        </pc:spChg>
        <pc:spChg chg="add mod">
          <ac:chgData name="Darii, Nicolae" userId="e7d42a24-fdb3-494b-94cf-83df6804dc51" providerId="ADAL" clId="{BACE36D2-CA13-4D4F-A7F4-9918AB460152}" dt="2025-12-12T09:53:11.611" v="2028" actId="14100"/>
          <ac:spMkLst>
            <pc:docMk/>
            <pc:sldMk cId="1374164529" sldId="259"/>
            <ac:spMk id="5" creationId="{4EEBE8AE-389C-F86F-A7F2-449DD13228C7}"/>
          </ac:spMkLst>
        </pc:spChg>
        <pc:spChg chg="add del">
          <ac:chgData name="Darii, Nicolae" userId="e7d42a24-fdb3-494b-94cf-83df6804dc51" providerId="ADAL" clId="{BACE36D2-CA13-4D4F-A7F4-9918AB460152}" dt="2025-12-11T12:51:04.117" v="863" actId="26606"/>
          <ac:spMkLst>
            <pc:docMk/>
            <pc:sldMk cId="1374164529" sldId="259"/>
            <ac:spMk id="11" creationId="{774A975B-A886-5202-0489-6965514A0D14}"/>
          </ac:spMkLst>
        </pc:spChg>
        <pc:spChg chg="add del">
          <ac:chgData name="Darii, Nicolae" userId="e7d42a24-fdb3-494b-94cf-83df6804dc51" providerId="ADAL" clId="{BACE36D2-CA13-4D4F-A7F4-9918AB460152}" dt="2025-12-11T12:51:04.117" v="863" actId="26606"/>
          <ac:spMkLst>
            <pc:docMk/>
            <pc:sldMk cId="1374164529" sldId="259"/>
            <ac:spMk id="13" creationId="{EA67E988-5919-57BB-C7DE-D3EAD38A3045}"/>
          </ac:spMkLst>
        </pc:spChg>
        <pc:spChg chg="add del">
          <ac:chgData name="Darii, Nicolae" userId="e7d42a24-fdb3-494b-94cf-83df6804dc51" providerId="ADAL" clId="{BACE36D2-CA13-4D4F-A7F4-9918AB460152}" dt="2025-12-11T12:51:04.117" v="863" actId="26606"/>
          <ac:spMkLst>
            <pc:docMk/>
            <pc:sldMk cId="1374164529" sldId="259"/>
            <ac:spMk id="15" creationId="{FAF3766F-DEF3-4802-BB0D-7A18EDD9704F}"/>
          </ac:spMkLst>
        </pc:spChg>
        <pc:spChg chg="add del">
          <ac:chgData name="Darii, Nicolae" userId="e7d42a24-fdb3-494b-94cf-83df6804dc51" providerId="ADAL" clId="{BACE36D2-CA13-4D4F-A7F4-9918AB460152}" dt="2025-12-11T12:51:04.117" v="863" actId="26606"/>
          <ac:spMkLst>
            <pc:docMk/>
            <pc:sldMk cId="1374164529" sldId="259"/>
            <ac:spMk id="17" creationId="{D91952F0-771E-D2ED-C333-EEED6708B80C}"/>
          </ac:spMkLst>
        </pc:spChg>
        <pc:spChg chg="add del">
          <ac:chgData name="Darii, Nicolae" userId="e7d42a24-fdb3-494b-94cf-83df6804dc51" providerId="ADAL" clId="{BACE36D2-CA13-4D4F-A7F4-9918AB460152}" dt="2025-12-11T12:51:04.117" v="863" actId="26606"/>
          <ac:spMkLst>
            <pc:docMk/>
            <pc:sldMk cId="1374164529" sldId="259"/>
            <ac:spMk id="19" creationId="{3FB6D83C-2377-9CAD-A991-9E0B6AF25067}"/>
          </ac:spMkLst>
        </pc:spChg>
        <pc:spChg chg="add del">
          <ac:chgData name="Darii, Nicolae" userId="e7d42a24-fdb3-494b-94cf-83df6804dc51" providerId="ADAL" clId="{BACE36D2-CA13-4D4F-A7F4-9918AB460152}" dt="2025-12-11T13:00:38.518" v="1008" actId="26606"/>
          <ac:spMkLst>
            <pc:docMk/>
            <pc:sldMk cId="1374164529" sldId="259"/>
            <ac:spMk id="21" creationId="{774A975B-A886-5202-0489-6965514A0D14}"/>
          </ac:spMkLst>
        </pc:spChg>
        <pc:spChg chg="add del">
          <ac:chgData name="Darii, Nicolae" userId="e7d42a24-fdb3-494b-94cf-83df6804dc51" providerId="ADAL" clId="{BACE36D2-CA13-4D4F-A7F4-9918AB460152}" dt="2025-12-11T13:00:38.518" v="1008" actId="26606"/>
          <ac:spMkLst>
            <pc:docMk/>
            <pc:sldMk cId="1374164529" sldId="259"/>
            <ac:spMk id="22" creationId="{EA67E988-5919-57BB-C7DE-D3EAD38A3045}"/>
          </ac:spMkLst>
        </pc:spChg>
        <pc:spChg chg="add del">
          <ac:chgData name="Darii, Nicolae" userId="e7d42a24-fdb3-494b-94cf-83df6804dc51" providerId="ADAL" clId="{BACE36D2-CA13-4D4F-A7F4-9918AB460152}" dt="2025-12-11T13:00:38.518" v="1008" actId="26606"/>
          <ac:spMkLst>
            <pc:docMk/>
            <pc:sldMk cId="1374164529" sldId="259"/>
            <ac:spMk id="23" creationId="{FAF3766F-DEF3-4802-BB0D-7A18EDD9704F}"/>
          </ac:spMkLst>
        </pc:spChg>
        <pc:spChg chg="add del">
          <ac:chgData name="Darii, Nicolae" userId="e7d42a24-fdb3-494b-94cf-83df6804dc51" providerId="ADAL" clId="{BACE36D2-CA13-4D4F-A7F4-9918AB460152}" dt="2025-12-11T13:00:38.518" v="1008" actId="26606"/>
          <ac:spMkLst>
            <pc:docMk/>
            <pc:sldMk cId="1374164529" sldId="259"/>
            <ac:spMk id="24" creationId="{BD0C058D-27D4-3139-E199-E2C11099B62C}"/>
          </ac:spMkLst>
        </pc:spChg>
        <pc:spChg chg="add">
          <ac:chgData name="Darii, Nicolae" userId="e7d42a24-fdb3-494b-94cf-83df6804dc51" providerId="ADAL" clId="{BACE36D2-CA13-4D4F-A7F4-9918AB460152}" dt="2025-12-11T12:51:04.170" v="864" actId="26606"/>
          <ac:spMkLst>
            <pc:docMk/>
            <pc:sldMk cId="1374164529" sldId="259"/>
            <ac:spMk id="25" creationId="{E94E0531-D614-3CB6-996E-FF0184A33A54}"/>
          </ac:spMkLst>
        </pc:spChg>
        <pc:spChg chg="add del">
          <ac:chgData name="Darii, Nicolae" userId="e7d42a24-fdb3-494b-94cf-83df6804dc51" providerId="ADAL" clId="{BACE36D2-CA13-4D4F-A7F4-9918AB460152}" dt="2025-12-11T13:00:38.518" v="1008" actId="26606"/>
          <ac:spMkLst>
            <pc:docMk/>
            <pc:sldMk cId="1374164529" sldId="259"/>
            <ac:spMk id="30" creationId="{774A975B-A886-5202-0489-6965514A0D14}"/>
          </ac:spMkLst>
        </pc:spChg>
        <pc:spChg chg="add del">
          <ac:chgData name="Darii, Nicolae" userId="e7d42a24-fdb3-494b-94cf-83df6804dc51" providerId="ADAL" clId="{BACE36D2-CA13-4D4F-A7F4-9918AB460152}" dt="2025-12-11T13:00:38.518" v="1008" actId="26606"/>
          <ac:spMkLst>
            <pc:docMk/>
            <pc:sldMk cId="1374164529" sldId="259"/>
            <ac:spMk id="32" creationId="{EA67E988-5919-57BB-C7DE-D3EAD38A3045}"/>
          </ac:spMkLst>
        </pc:spChg>
        <pc:spChg chg="add del">
          <ac:chgData name="Darii, Nicolae" userId="e7d42a24-fdb3-494b-94cf-83df6804dc51" providerId="ADAL" clId="{BACE36D2-CA13-4D4F-A7F4-9918AB460152}" dt="2025-12-11T13:00:38.518" v="1008" actId="26606"/>
          <ac:spMkLst>
            <pc:docMk/>
            <pc:sldMk cId="1374164529" sldId="259"/>
            <ac:spMk id="34" creationId="{0EECA69B-4C2A-7F31-8019-E90DB3BD49CB}"/>
          </ac:spMkLst>
        </pc:spChg>
        <pc:spChg chg="add del">
          <ac:chgData name="Darii, Nicolae" userId="e7d42a24-fdb3-494b-94cf-83df6804dc51" providerId="ADAL" clId="{BACE36D2-CA13-4D4F-A7F4-9918AB460152}" dt="2025-12-11T13:00:38.518" v="1008" actId="26606"/>
          <ac:spMkLst>
            <pc:docMk/>
            <pc:sldMk cId="1374164529" sldId="259"/>
            <ac:spMk id="36" creationId="{857DEAC1-B3AA-6569-0A44-A191DF2F3C67}"/>
          </ac:spMkLst>
        </pc:spChg>
        <pc:spChg chg="add del">
          <ac:chgData name="Darii, Nicolae" userId="e7d42a24-fdb3-494b-94cf-83df6804dc51" providerId="ADAL" clId="{BACE36D2-CA13-4D4F-A7F4-9918AB460152}" dt="2025-12-11T13:00:35.359" v="1005" actId="26606"/>
          <ac:spMkLst>
            <pc:docMk/>
            <pc:sldMk cId="1374164529" sldId="259"/>
            <ac:spMk id="41" creationId="{774A975B-A886-5202-0489-6965514A0D14}"/>
          </ac:spMkLst>
        </pc:spChg>
        <pc:spChg chg="add del">
          <ac:chgData name="Darii, Nicolae" userId="e7d42a24-fdb3-494b-94cf-83df6804dc51" providerId="ADAL" clId="{BACE36D2-CA13-4D4F-A7F4-9918AB460152}" dt="2025-12-11T13:00:35.359" v="1005" actId="26606"/>
          <ac:spMkLst>
            <pc:docMk/>
            <pc:sldMk cId="1374164529" sldId="259"/>
            <ac:spMk id="43" creationId="{EA67E988-5919-57BB-C7DE-D3EAD38A3045}"/>
          </ac:spMkLst>
        </pc:spChg>
        <pc:spChg chg="add del">
          <ac:chgData name="Darii, Nicolae" userId="e7d42a24-fdb3-494b-94cf-83df6804dc51" providerId="ADAL" clId="{BACE36D2-CA13-4D4F-A7F4-9918AB460152}" dt="2025-12-11T13:00:35.359" v="1005" actId="26606"/>
          <ac:spMkLst>
            <pc:docMk/>
            <pc:sldMk cId="1374164529" sldId="259"/>
            <ac:spMk id="45" creationId="{FAF3766F-DEF3-4802-BB0D-7A18EDD9704F}"/>
          </ac:spMkLst>
        </pc:spChg>
        <pc:spChg chg="add del">
          <ac:chgData name="Darii, Nicolae" userId="e7d42a24-fdb3-494b-94cf-83df6804dc51" providerId="ADAL" clId="{BACE36D2-CA13-4D4F-A7F4-9918AB460152}" dt="2025-12-11T13:00:35.359" v="1005" actId="26606"/>
          <ac:spMkLst>
            <pc:docMk/>
            <pc:sldMk cId="1374164529" sldId="259"/>
            <ac:spMk id="47" creationId="{BD0C058D-27D4-3139-E199-E2C11099B62C}"/>
          </ac:spMkLst>
        </pc:spChg>
        <pc:spChg chg="add del">
          <ac:chgData name="Darii, Nicolae" userId="e7d42a24-fdb3-494b-94cf-83df6804dc51" providerId="ADAL" clId="{BACE36D2-CA13-4D4F-A7F4-9918AB460152}" dt="2025-12-11T13:00:35.359" v="1005" actId="26606"/>
          <ac:spMkLst>
            <pc:docMk/>
            <pc:sldMk cId="1374164529" sldId="259"/>
            <ac:spMk id="49" creationId="{E94E0531-D614-3CB6-996E-FF0184A33A54}"/>
          </ac:spMkLst>
        </pc:spChg>
        <pc:picChg chg="add mod">
          <ac:chgData name="Darii, Nicolae" userId="e7d42a24-fdb3-494b-94cf-83df6804dc51" providerId="ADAL" clId="{BACE36D2-CA13-4D4F-A7F4-9918AB460152}" dt="2025-12-11T13:01:33.890" v="1024" actId="1076"/>
          <ac:picMkLst>
            <pc:docMk/>
            <pc:sldMk cId="1374164529" sldId="259"/>
            <ac:picMk id="6" creationId="{70FED145-838C-45D4-14AA-842F1C431646}"/>
          </ac:picMkLst>
        </pc:picChg>
        <pc:picChg chg="add mod">
          <ac:chgData name="Darii, Nicolae" userId="e7d42a24-fdb3-494b-94cf-83df6804dc51" providerId="ADAL" clId="{BACE36D2-CA13-4D4F-A7F4-9918AB460152}" dt="2025-12-11T13:09:20.798" v="1071" actId="1076"/>
          <ac:picMkLst>
            <pc:docMk/>
            <pc:sldMk cId="1374164529" sldId="259"/>
            <ac:picMk id="8" creationId="{C4ACF964-8F99-A1BF-83D7-43D90610C46B}"/>
          </ac:picMkLst>
        </pc:picChg>
      </pc:sldChg>
      <pc:sldChg chg="addSp delSp modSp add mod setBg addAnim delAnim setClrOvrMap delDesignElem">
        <pc:chgData name="Darii, Nicolae" userId="e7d42a24-fdb3-494b-94cf-83df6804dc51" providerId="ADAL" clId="{BACE36D2-CA13-4D4F-A7F4-9918AB460152}" dt="2025-12-12T10:01:32.738" v="2099"/>
        <pc:sldMkLst>
          <pc:docMk/>
          <pc:sldMk cId="889492101" sldId="260"/>
        </pc:sldMkLst>
        <pc:spChg chg="mod">
          <ac:chgData name="Darii, Nicolae" userId="e7d42a24-fdb3-494b-94cf-83df6804dc51" providerId="ADAL" clId="{BACE36D2-CA13-4D4F-A7F4-9918AB460152}" dt="2025-12-11T13:01:52.773" v="1028" actId="27636"/>
          <ac:spMkLst>
            <pc:docMk/>
            <pc:sldMk cId="889492101" sldId="260"/>
            <ac:spMk id="2" creationId="{6AF8DA1A-E1B7-DFF1-FC8B-2F18B1E2DCF1}"/>
          </ac:spMkLst>
        </pc:spChg>
        <pc:spChg chg="add mod">
          <ac:chgData name="Darii, Nicolae" userId="e7d42a24-fdb3-494b-94cf-83df6804dc51" providerId="ADAL" clId="{BACE36D2-CA13-4D4F-A7F4-9918AB460152}" dt="2025-12-12T09:53:40.620" v="2031" actId="20577"/>
          <ac:spMkLst>
            <pc:docMk/>
            <pc:sldMk cId="889492101" sldId="260"/>
            <ac:spMk id="3" creationId="{B947D6CD-D68B-246E-6364-D0ADD7AE1D4D}"/>
          </ac:spMkLst>
        </pc:spChg>
        <pc:spChg chg="add mod">
          <ac:chgData name="Darii, Nicolae" userId="e7d42a24-fdb3-494b-94cf-83df6804dc51" providerId="ADAL" clId="{BACE36D2-CA13-4D4F-A7F4-9918AB460152}" dt="2025-12-12T10:01:32.738" v="2099"/>
          <ac:spMkLst>
            <pc:docMk/>
            <pc:sldMk cId="889492101" sldId="260"/>
            <ac:spMk id="4" creationId="{30E0DA88-B30F-CCA8-00C3-F628753022D0}"/>
          </ac:spMkLst>
        </pc:spChg>
        <pc:spChg chg="del mod">
          <ac:chgData name="Darii, Nicolae" userId="e7d42a24-fdb3-494b-94cf-83df6804dc51" providerId="ADAL" clId="{BACE36D2-CA13-4D4F-A7F4-9918AB460152}" dt="2025-12-11T13:00:53.290" v="1009" actId="478"/>
          <ac:spMkLst>
            <pc:docMk/>
            <pc:sldMk cId="889492101" sldId="260"/>
            <ac:spMk id="4" creationId="{FB11F09B-9BA6-8A14-0009-C837D50AB502}"/>
          </ac:spMkLst>
        </pc:spChg>
        <pc:spChg chg="add del mod">
          <ac:chgData name="Darii, Nicolae" userId="e7d42a24-fdb3-494b-94cf-83df6804dc51" providerId="ADAL" clId="{BACE36D2-CA13-4D4F-A7F4-9918AB460152}" dt="2025-12-12T10:01:32.518" v="2098" actId="478"/>
          <ac:spMkLst>
            <pc:docMk/>
            <pc:sldMk cId="889492101" sldId="260"/>
            <ac:spMk id="9" creationId="{329642E8-A45A-4956-9BD0-FE7BDCD75984}"/>
          </ac:spMkLst>
        </pc:spChg>
        <pc:spChg chg="add del">
          <ac:chgData name="Darii, Nicolae" userId="e7d42a24-fdb3-494b-94cf-83df6804dc51" providerId="ADAL" clId="{BACE36D2-CA13-4D4F-A7F4-9918AB460152}" dt="2025-12-11T12:55:44.807" v="929" actId="26606"/>
          <ac:spMkLst>
            <pc:docMk/>
            <pc:sldMk cId="889492101" sldId="260"/>
            <ac:spMk id="10" creationId="{774A975B-A886-5202-0489-6965514A0D14}"/>
          </ac:spMkLst>
        </pc:spChg>
        <pc:spChg chg="add del">
          <ac:chgData name="Darii, Nicolae" userId="e7d42a24-fdb3-494b-94cf-83df6804dc51" providerId="ADAL" clId="{BACE36D2-CA13-4D4F-A7F4-9918AB460152}" dt="2025-12-11T12:55:44.807" v="929" actId="26606"/>
          <ac:spMkLst>
            <pc:docMk/>
            <pc:sldMk cId="889492101" sldId="260"/>
            <ac:spMk id="12" creationId="{EA67E988-5919-57BB-C7DE-D3EAD38A3045}"/>
          </ac:spMkLst>
        </pc:spChg>
        <pc:spChg chg="add del">
          <ac:chgData name="Darii, Nicolae" userId="e7d42a24-fdb3-494b-94cf-83df6804dc51" providerId="ADAL" clId="{BACE36D2-CA13-4D4F-A7F4-9918AB460152}" dt="2025-12-11T12:55:44.807" v="929" actId="26606"/>
          <ac:spMkLst>
            <pc:docMk/>
            <pc:sldMk cId="889492101" sldId="260"/>
            <ac:spMk id="14" creationId="{FAF3766F-DEF3-4802-BB0D-7A18EDD9704F}"/>
          </ac:spMkLst>
        </pc:spChg>
        <pc:spChg chg="add del">
          <ac:chgData name="Darii, Nicolae" userId="e7d42a24-fdb3-494b-94cf-83df6804dc51" providerId="ADAL" clId="{BACE36D2-CA13-4D4F-A7F4-9918AB460152}" dt="2025-12-11T12:55:44.807" v="929" actId="26606"/>
          <ac:spMkLst>
            <pc:docMk/>
            <pc:sldMk cId="889492101" sldId="260"/>
            <ac:spMk id="16" creationId="{BD0C058D-27D4-3139-E199-E2C11099B62C}"/>
          </ac:spMkLst>
        </pc:spChg>
        <pc:spChg chg="add del">
          <ac:chgData name="Darii, Nicolae" userId="e7d42a24-fdb3-494b-94cf-83df6804dc51" providerId="ADAL" clId="{BACE36D2-CA13-4D4F-A7F4-9918AB460152}" dt="2025-12-11T12:55:44.807" v="929" actId="26606"/>
          <ac:spMkLst>
            <pc:docMk/>
            <pc:sldMk cId="889492101" sldId="260"/>
            <ac:spMk id="18" creationId="{E94E0531-D614-3CB6-996E-FF0184A33A54}"/>
          </ac:spMkLst>
        </pc:spChg>
        <pc:spChg chg="add del">
          <ac:chgData name="Darii, Nicolae" userId="e7d42a24-fdb3-494b-94cf-83df6804dc51" providerId="ADAL" clId="{BACE36D2-CA13-4D4F-A7F4-9918AB460152}" dt="2025-12-11T13:00:37.490" v="1007" actId="26606"/>
          <ac:spMkLst>
            <pc:docMk/>
            <pc:sldMk cId="889492101" sldId="260"/>
            <ac:spMk id="20" creationId="{774A975B-A886-5202-0489-6965514A0D14}"/>
          </ac:spMkLst>
        </pc:spChg>
        <pc:spChg chg="del">
          <ac:chgData name="Darii, Nicolae" userId="e7d42a24-fdb3-494b-94cf-83df6804dc51" providerId="ADAL" clId="{BACE36D2-CA13-4D4F-A7F4-9918AB460152}" dt="2025-12-11T12:51:32.584" v="875"/>
          <ac:spMkLst>
            <pc:docMk/>
            <pc:sldMk cId="889492101" sldId="260"/>
            <ac:spMk id="21" creationId="{6395E864-EC5C-8CDB-8DF2-81A512B293A9}"/>
          </ac:spMkLst>
        </pc:spChg>
        <pc:spChg chg="del">
          <ac:chgData name="Darii, Nicolae" userId="e7d42a24-fdb3-494b-94cf-83df6804dc51" providerId="ADAL" clId="{BACE36D2-CA13-4D4F-A7F4-9918AB460152}" dt="2025-12-11T12:51:32.584" v="875"/>
          <ac:spMkLst>
            <pc:docMk/>
            <pc:sldMk cId="889492101" sldId="260"/>
            <ac:spMk id="22" creationId="{48684ABC-C322-C617-D58F-006A40230236}"/>
          </ac:spMkLst>
        </pc:spChg>
        <pc:spChg chg="del">
          <ac:chgData name="Darii, Nicolae" userId="e7d42a24-fdb3-494b-94cf-83df6804dc51" providerId="ADAL" clId="{BACE36D2-CA13-4D4F-A7F4-9918AB460152}" dt="2025-12-11T12:51:32.584" v="875"/>
          <ac:spMkLst>
            <pc:docMk/>
            <pc:sldMk cId="889492101" sldId="260"/>
            <ac:spMk id="23" creationId="{156D6F2D-9C2E-0888-8606-0E54515CFD00}"/>
          </ac:spMkLst>
        </pc:spChg>
        <pc:spChg chg="del">
          <ac:chgData name="Darii, Nicolae" userId="e7d42a24-fdb3-494b-94cf-83df6804dc51" providerId="ADAL" clId="{BACE36D2-CA13-4D4F-A7F4-9918AB460152}" dt="2025-12-11T12:51:32.584" v="875"/>
          <ac:spMkLst>
            <pc:docMk/>
            <pc:sldMk cId="889492101" sldId="260"/>
            <ac:spMk id="24" creationId="{EB0CFCA1-588D-9E91-F9CC-A302FCF1A524}"/>
          </ac:spMkLst>
        </pc:spChg>
        <pc:spChg chg="del">
          <ac:chgData name="Darii, Nicolae" userId="e7d42a24-fdb3-494b-94cf-83df6804dc51" providerId="ADAL" clId="{BACE36D2-CA13-4D4F-A7F4-9918AB460152}" dt="2025-12-11T12:51:32.584" v="875"/>
          <ac:spMkLst>
            <pc:docMk/>
            <pc:sldMk cId="889492101" sldId="260"/>
            <ac:spMk id="25" creationId="{8A107702-E967-67D4-2E99-D44BB395F03D}"/>
          </ac:spMkLst>
        </pc:spChg>
        <pc:spChg chg="add del">
          <ac:chgData name="Darii, Nicolae" userId="e7d42a24-fdb3-494b-94cf-83df6804dc51" providerId="ADAL" clId="{BACE36D2-CA13-4D4F-A7F4-9918AB460152}" dt="2025-12-11T13:00:37.490" v="1007" actId="26606"/>
          <ac:spMkLst>
            <pc:docMk/>
            <pc:sldMk cId="889492101" sldId="260"/>
            <ac:spMk id="26" creationId="{EA67E988-5919-57BB-C7DE-D3EAD38A3045}"/>
          </ac:spMkLst>
        </pc:spChg>
        <pc:spChg chg="add del">
          <ac:chgData name="Darii, Nicolae" userId="e7d42a24-fdb3-494b-94cf-83df6804dc51" providerId="ADAL" clId="{BACE36D2-CA13-4D4F-A7F4-9918AB460152}" dt="2025-12-11T13:00:37.490" v="1007" actId="26606"/>
          <ac:spMkLst>
            <pc:docMk/>
            <pc:sldMk cId="889492101" sldId="260"/>
            <ac:spMk id="27" creationId="{FAF3766F-DEF3-4802-BB0D-7A18EDD9704F}"/>
          </ac:spMkLst>
        </pc:spChg>
        <pc:spChg chg="add del">
          <ac:chgData name="Darii, Nicolae" userId="e7d42a24-fdb3-494b-94cf-83df6804dc51" providerId="ADAL" clId="{BACE36D2-CA13-4D4F-A7F4-9918AB460152}" dt="2025-12-11T13:00:37.490" v="1007" actId="26606"/>
          <ac:spMkLst>
            <pc:docMk/>
            <pc:sldMk cId="889492101" sldId="260"/>
            <ac:spMk id="29" creationId="{BD0C058D-27D4-3139-E199-E2C11099B62C}"/>
          </ac:spMkLst>
        </pc:spChg>
        <pc:spChg chg="add del">
          <ac:chgData name="Darii, Nicolae" userId="e7d42a24-fdb3-494b-94cf-83df6804dc51" providerId="ADAL" clId="{BACE36D2-CA13-4D4F-A7F4-9918AB460152}" dt="2025-12-11T13:00:37.490" v="1007" actId="26606"/>
          <ac:spMkLst>
            <pc:docMk/>
            <pc:sldMk cId="889492101" sldId="260"/>
            <ac:spMk id="31" creationId="{E94E0531-D614-3CB6-996E-FF0184A33A54}"/>
          </ac:spMkLst>
        </pc:spChg>
        <pc:spChg chg="add del">
          <ac:chgData name="Darii, Nicolae" userId="e7d42a24-fdb3-494b-94cf-83df6804dc51" providerId="ADAL" clId="{BACE36D2-CA13-4D4F-A7F4-9918AB460152}" dt="2025-12-11T13:00:36.436" v="1006" actId="26606"/>
          <ac:spMkLst>
            <pc:docMk/>
            <pc:sldMk cId="889492101" sldId="260"/>
            <ac:spMk id="36" creationId="{774A975B-A886-5202-0489-6965514A0D14}"/>
          </ac:spMkLst>
        </pc:spChg>
        <pc:spChg chg="add del">
          <ac:chgData name="Darii, Nicolae" userId="e7d42a24-fdb3-494b-94cf-83df6804dc51" providerId="ADAL" clId="{BACE36D2-CA13-4D4F-A7F4-9918AB460152}" dt="2025-12-11T13:00:37.490" v="1007" actId="26606"/>
          <ac:spMkLst>
            <pc:docMk/>
            <pc:sldMk cId="889492101" sldId="260"/>
            <ac:spMk id="38" creationId="{EA67E988-5919-57BB-C7DE-D3EAD38A3045}"/>
          </ac:spMkLst>
        </pc:spChg>
        <pc:spChg chg="add del">
          <ac:chgData name="Darii, Nicolae" userId="e7d42a24-fdb3-494b-94cf-83df6804dc51" providerId="ADAL" clId="{BACE36D2-CA13-4D4F-A7F4-9918AB460152}" dt="2025-12-11T13:00:37.490" v="1007" actId="26606"/>
          <ac:spMkLst>
            <pc:docMk/>
            <pc:sldMk cId="889492101" sldId="260"/>
            <ac:spMk id="40" creationId="{0EECA69B-4C2A-7F31-8019-E90DB3BD49CB}"/>
          </ac:spMkLst>
        </pc:spChg>
        <pc:spChg chg="add del">
          <ac:chgData name="Darii, Nicolae" userId="e7d42a24-fdb3-494b-94cf-83df6804dc51" providerId="ADAL" clId="{BACE36D2-CA13-4D4F-A7F4-9918AB460152}" dt="2025-12-11T13:00:37.490" v="1007" actId="26606"/>
          <ac:spMkLst>
            <pc:docMk/>
            <pc:sldMk cId="889492101" sldId="260"/>
            <ac:spMk id="42" creationId="{857DEAC1-B3AA-6569-0A44-A191DF2F3C67}"/>
          </ac:spMkLst>
        </pc:spChg>
        <pc:spChg chg="add del">
          <ac:chgData name="Darii, Nicolae" userId="e7d42a24-fdb3-494b-94cf-83df6804dc51" providerId="ADAL" clId="{BACE36D2-CA13-4D4F-A7F4-9918AB460152}" dt="2025-12-11T13:00:03.207" v="993" actId="26606"/>
          <ac:spMkLst>
            <pc:docMk/>
            <pc:sldMk cId="889492101" sldId="260"/>
            <ac:spMk id="47" creationId="{175EAFFD-4A47-DD53-4F76-BD457E18BF1F}"/>
          </ac:spMkLst>
        </pc:spChg>
        <pc:spChg chg="add del">
          <ac:chgData name="Darii, Nicolae" userId="e7d42a24-fdb3-494b-94cf-83df6804dc51" providerId="ADAL" clId="{BACE36D2-CA13-4D4F-A7F4-9918AB460152}" dt="2025-12-11T13:00:03.207" v="993" actId="26606"/>
          <ac:spMkLst>
            <pc:docMk/>
            <pc:sldMk cId="889492101" sldId="260"/>
            <ac:spMk id="49" creationId="{7CC1FECC-9CA4-341C-7E20-4728C5147389}"/>
          </ac:spMkLst>
        </pc:spChg>
        <pc:spChg chg="add del">
          <ac:chgData name="Darii, Nicolae" userId="e7d42a24-fdb3-494b-94cf-83df6804dc51" providerId="ADAL" clId="{BACE36D2-CA13-4D4F-A7F4-9918AB460152}" dt="2025-12-11T13:00:04.140" v="995" actId="26606"/>
          <ac:spMkLst>
            <pc:docMk/>
            <pc:sldMk cId="889492101" sldId="260"/>
            <ac:spMk id="51" creationId="{33E93247-6229-44AB-A550-739E971E690B}"/>
          </ac:spMkLst>
        </pc:spChg>
        <pc:spChg chg="add del">
          <ac:chgData name="Darii, Nicolae" userId="e7d42a24-fdb3-494b-94cf-83df6804dc51" providerId="ADAL" clId="{BACE36D2-CA13-4D4F-A7F4-9918AB460152}" dt="2025-12-11T13:00:04.140" v="995" actId="26606"/>
          <ac:spMkLst>
            <pc:docMk/>
            <pc:sldMk cId="889492101" sldId="260"/>
            <ac:spMk id="52" creationId="{774A975B-A886-5202-0489-6965514A0D14}"/>
          </ac:spMkLst>
        </pc:spChg>
        <pc:spChg chg="add del">
          <ac:chgData name="Darii, Nicolae" userId="e7d42a24-fdb3-494b-94cf-83df6804dc51" providerId="ADAL" clId="{BACE36D2-CA13-4D4F-A7F4-9918AB460152}" dt="2025-12-11T13:00:04.140" v="995" actId="26606"/>
          <ac:spMkLst>
            <pc:docMk/>
            <pc:sldMk cId="889492101" sldId="260"/>
            <ac:spMk id="53" creationId="{912025B4-7337-735E-4DC9-E634D2011984}"/>
          </ac:spMkLst>
        </pc:spChg>
        <pc:spChg chg="add del">
          <ac:chgData name="Darii, Nicolae" userId="e7d42a24-fdb3-494b-94cf-83df6804dc51" providerId="ADAL" clId="{BACE36D2-CA13-4D4F-A7F4-9918AB460152}" dt="2025-12-11T13:00:04.140" v="995" actId="26606"/>
          <ac:spMkLst>
            <pc:docMk/>
            <pc:sldMk cId="889492101" sldId="260"/>
            <ac:spMk id="54" creationId="{EA67E988-5919-57BB-C7DE-D3EAD38A3045}"/>
          </ac:spMkLst>
        </pc:spChg>
        <pc:spChg chg="add del">
          <ac:chgData name="Darii, Nicolae" userId="e7d42a24-fdb3-494b-94cf-83df6804dc51" providerId="ADAL" clId="{BACE36D2-CA13-4D4F-A7F4-9918AB460152}" dt="2025-12-11T13:00:04.140" v="995" actId="26606"/>
          <ac:spMkLst>
            <pc:docMk/>
            <pc:sldMk cId="889492101" sldId="260"/>
            <ac:spMk id="55" creationId="{150CDACD-D191-E642-F686-FCB54B7E5F67}"/>
          </ac:spMkLst>
        </pc:spChg>
        <pc:spChg chg="add del">
          <ac:chgData name="Darii, Nicolae" userId="e7d42a24-fdb3-494b-94cf-83df6804dc51" providerId="ADAL" clId="{BACE36D2-CA13-4D4F-A7F4-9918AB460152}" dt="2025-12-11T13:00:36.436" v="1006" actId="26606"/>
          <ac:spMkLst>
            <pc:docMk/>
            <pc:sldMk cId="889492101" sldId="260"/>
            <ac:spMk id="57" creationId="{774A975B-A886-5202-0489-6965514A0D14}"/>
          </ac:spMkLst>
        </pc:spChg>
        <pc:spChg chg="add del">
          <ac:chgData name="Darii, Nicolae" userId="e7d42a24-fdb3-494b-94cf-83df6804dc51" providerId="ADAL" clId="{BACE36D2-CA13-4D4F-A7F4-9918AB460152}" dt="2025-12-11T13:00:36.436" v="1006" actId="26606"/>
          <ac:spMkLst>
            <pc:docMk/>
            <pc:sldMk cId="889492101" sldId="260"/>
            <ac:spMk id="58" creationId="{EA67E988-5919-57BB-C7DE-D3EAD38A3045}"/>
          </ac:spMkLst>
        </pc:spChg>
        <pc:spChg chg="add">
          <ac:chgData name="Darii, Nicolae" userId="e7d42a24-fdb3-494b-94cf-83df6804dc51" providerId="ADAL" clId="{BACE36D2-CA13-4D4F-A7F4-9918AB460152}" dt="2025-12-11T13:00:04.193" v="996" actId="26606"/>
          <ac:spMkLst>
            <pc:docMk/>
            <pc:sldMk cId="889492101" sldId="260"/>
            <ac:spMk id="59" creationId="{FAF3766F-DEF3-4802-BB0D-7A18EDD9704F}"/>
          </ac:spMkLst>
        </pc:spChg>
        <pc:spChg chg="add del">
          <ac:chgData name="Darii, Nicolae" userId="e7d42a24-fdb3-494b-94cf-83df6804dc51" providerId="ADAL" clId="{BACE36D2-CA13-4D4F-A7F4-9918AB460152}" dt="2025-12-11T13:00:36.436" v="1006" actId="26606"/>
          <ac:spMkLst>
            <pc:docMk/>
            <pc:sldMk cId="889492101" sldId="260"/>
            <ac:spMk id="60" creationId="{BD0C058D-27D4-3139-E199-E2C11099B62C}"/>
          </ac:spMkLst>
        </pc:spChg>
        <pc:spChg chg="add del">
          <ac:chgData name="Darii, Nicolae" userId="e7d42a24-fdb3-494b-94cf-83df6804dc51" providerId="ADAL" clId="{BACE36D2-CA13-4D4F-A7F4-9918AB460152}" dt="2025-12-11T13:00:36.436" v="1006" actId="26606"/>
          <ac:spMkLst>
            <pc:docMk/>
            <pc:sldMk cId="889492101" sldId="260"/>
            <ac:spMk id="61" creationId="{E94E0531-D614-3CB6-996E-FF0184A33A54}"/>
          </ac:spMkLst>
        </pc:spChg>
        <pc:picChg chg="add del mod">
          <ac:chgData name="Darii, Nicolae" userId="e7d42a24-fdb3-494b-94cf-83df6804dc51" providerId="ADAL" clId="{BACE36D2-CA13-4D4F-A7F4-9918AB460152}" dt="2025-12-11T12:54:35.595" v="927" actId="478"/>
          <ac:picMkLst>
            <pc:docMk/>
            <pc:sldMk cId="889492101" sldId="260"/>
            <ac:picMk id="5" creationId="{0BF07BFB-C11F-C6B3-B08B-B8846C107183}"/>
          </ac:picMkLst>
        </pc:picChg>
        <pc:picChg chg="del">
          <ac:chgData name="Darii, Nicolae" userId="e7d42a24-fdb3-494b-94cf-83df6804dc51" providerId="ADAL" clId="{BACE36D2-CA13-4D4F-A7F4-9918AB460152}" dt="2025-12-11T12:51:47.094" v="891" actId="478"/>
          <ac:picMkLst>
            <pc:docMk/>
            <pc:sldMk cId="889492101" sldId="260"/>
            <ac:picMk id="6" creationId="{04C89DBF-7D5D-8F02-E0A1-9A415CFF2AD0}"/>
          </ac:picMkLst>
        </pc:picChg>
        <pc:picChg chg="add mod ord">
          <ac:chgData name="Darii, Nicolae" userId="e7d42a24-fdb3-494b-94cf-83df6804dc51" providerId="ADAL" clId="{BACE36D2-CA13-4D4F-A7F4-9918AB460152}" dt="2025-12-11T13:03:44.713" v="1049" actId="14100"/>
          <ac:picMkLst>
            <pc:docMk/>
            <pc:sldMk cId="889492101" sldId="260"/>
            <ac:picMk id="8" creationId="{C36185E7-734B-2B54-0C8C-71EA8D853ADB}"/>
          </ac:picMkLst>
        </pc:picChg>
      </pc:sldChg>
      <pc:sldChg chg="addSp delSp modSp add mod ord setBg delDesignElem">
        <pc:chgData name="Darii, Nicolae" userId="e7d42a24-fdb3-494b-94cf-83df6804dc51" providerId="ADAL" clId="{BACE36D2-CA13-4D4F-A7F4-9918AB460152}" dt="2025-12-12T10:01:35.789" v="2101"/>
        <pc:sldMkLst>
          <pc:docMk/>
          <pc:sldMk cId="4178061121" sldId="261"/>
        </pc:sldMkLst>
        <pc:spChg chg="mod">
          <ac:chgData name="Darii, Nicolae" userId="e7d42a24-fdb3-494b-94cf-83df6804dc51" providerId="ADAL" clId="{BACE36D2-CA13-4D4F-A7F4-9918AB460152}" dt="2025-12-11T13:02:41.894" v="1038" actId="1076"/>
          <ac:spMkLst>
            <pc:docMk/>
            <pc:sldMk cId="4178061121" sldId="261"/>
            <ac:spMk id="2" creationId="{6B159D2B-8943-309C-08EE-7AA675D9E08B}"/>
          </ac:spMkLst>
        </pc:spChg>
        <pc:spChg chg="add del mod">
          <ac:chgData name="Darii, Nicolae" userId="e7d42a24-fdb3-494b-94cf-83df6804dc51" providerId="ADAL" clId="{BACE36D2-CA13-4D4F-A7F4-9918AB460152}" dt="2025-12-12T10:01:35.664" v="2100" actId="478"/>
          <ac:spMkLst>
            <pc:docMk/>
            <pc:sldMk cId="4178061121" sldId="261"/>
            <ac:spMk id="3" creationId="{06B22C0D-2C2B-B629-CB51-02DAEAE8F291}"/>
          </ac:spMkLst>
        </pc:spChg>
        <pc:spChg chg="add mod">
          <ac:chgData name="Darii, Nicolae" userId="e7d42a24-fdb3-494b-94cf-83df6804dc51" providerId="ADAL" clId="{BACE36D2-CA13-4D4F-A7F4-9918AB460152}" dt="2025-12-12T09:54:18.424" v="2034" actId="20577"/>
          <ac:spMkLst>
            <pc:docMk/>
            <pc:sldMk cId="4178061121" sldId="261"/>
            <ac:spMk id="4" creationId="{D6D1037C-4650-0E55-593B-66517E2362A9}"/>
          </ac:spMkLst>
        </pc:spChg>
        <pc:spChg chg="del">
          <ac:chgData name="Darii, Nicolae" userId="e7d42a24-fdb3-494b-94cf-83df6804dc51" providerId="ADAL" clId="{BACE36D2-CA13-4D4F-A7F4-9918AB460152}" dt="2025-12-11T13:00:58.463" v="1011" actId="478"/>
          <ac:spMkLst>
            <pc:docMk/>
            <pc:sldMk cId="4178061121" sldId="261"/>
            <ac:spMk id="4" creationId="{FE448AFD-6656-BC94-7B6F-2BE09E7873B7}"/>
          </ac:spMkLst>
        </pc:spChg>
        <pc:spChg chg="add mod">
          <ac:chgData name="Darii, Nicolae" userId="e7d42a24-fdb3-494b-94cf-83df6804dc51" providerId="ADAL" clId="{BACE36D2-CA13-4D4F-A7F4-9918AB460152}" dt="2025-12-12T10:01:35.789" v="2101"/>
          <ac:spMkLst>
            <pc:docMk/>
            <pc:sldMk cId="4178061121" sldId="261"/>
            <ac:spMk id="6" creationId="{C460CDDB-F41D-B9FC-8629-472DBA48400C}"/>
          </ac:spMkLst>
        </pc:spChg>
        <pc:spChg chg="add">
          <ac:chgData name="Darii, Nicolae" userId="e7d42a24-fdb3-494b-94cf-83df6804dc51" providerId="ADAL" clId="{BACE36D2-CA13-4D4F-A7F4-9918AB460152}" dt="2025-12-11T12:54:27.340" v="923" actId="26606"/>
          <ac:spMkLst>
            <pc:docMk/>
            <pc:sldMk cId="4178061121" sldId="261"/>
            <ac:spMk id="7" creationId="{774A975B-A886-5202-0489-6965514A0D14}"/>
          </ac:spMkLst>
        </pc:spChg>
        <pc:spChg chg="add">
          <ac:chgData name="Darii, Nicolae" userId="e7d42a24-fdb3-494b-94cf-83df6804dc51" providerId="ADAL" clId="{BACE36D2-CA13-4D4F-A7F4-9918AB460152}" dt="2025-12-11T12:54:27.340" v="923" actId="26606"/>
          <ac:spMkLst>
            <pc:docMk/>
            <pc:sldMk cId="4178061121" sldId="261"/>
            <ac:spMk id="8" creationId="{EA67E988-5919-57BB-C7DE-D3EAD38A3045}"/>
          </ac:spMkLst>
        </pc:spChg>
        <pc:spChg chg="add">
          <ac:chgData name="Darii, Nicolae" userId="e7d42a24-fdb3-494b-94cf-83df6804dc51" providerId="ADAL" clId="{BACE36D2-CA13-4D4F-A7F4-9918AB460152}" dt="2025-12-11T12:54:27.340" v="923" actId="26606"/>
          <ac:spMkLst>
            <pc:docMk/>
            <pc:sldMk cId="4178061121" sldId="261"/>
            <ac:spMk id="9" creationId="{FAF3766F-DEF3-4802-BB0D-7A18EDD9704F}"/>
          </ac:spMkLst>
        </pc:spChg>
        <pc:spChg chg="del">
          <ac:chgData name="Darii, Nicolae" userId="e7d42a24-fdb3-494b-94cf-83df6804dc51" providerId="ADAL" clId="{BACE36D2-CA13-4D4F-A7F4-9918AB460152}" dt="2025-12-11T12:52:29.959" v="895"/>
          <ac:spMkLst>
            <pc:docMk/>
            <pc:sldMk cId="4178061121" sldId="261"/>
            <ac:spMk id="10" creationId="{258510DB-1C0E-A389-BE88-171A410112FC}"/>
          </ac:spMkLst>
        </pc:spChg>
        <pc:spChg chg="add">
          <ac:chgData name="Darii, Nicolae" userId="e7d42a24-fdb3-494b-94cf-83df6804dc51" providerId="ADAL" clId="{BACE36D2-CA13-4D4F-A7F4-9918AB460152}" dt="2025-12-11T12:54:27.340" v="923" actId="26606"/>
          <ac:spMkLst>
            <pc:docMk/>
            <pc:sldMk cId="4178061121" sldId="261"/>
            <ac:spMk id="11" creationId="{BD0C058D-27D4-3139-E199-E2C11099B62C}"/>
          </ac:spMkLst>
        </pc:spChg>
        <pc:spChg chg="del">
          <ac:chgData name="Darii, Nicolae" userId="e7d42a24-fdb3-494b-94cf-83df6804dc51" providerId="ADAL" clId="{BACE36D2-CA13-4D4F-A7F4-9918AB460152}" dt="2025-12-11T12:52:29.959" v="895"/>
          <ac:spMkLst>
            <pc:docMk/>
            <pc:sldMk cId="4178061121" sldId="261"/>
            <ac:spMk id="12" creationId="{220D7ED8-C96D-47D1-5F51-B46F4155ECD8}"/>
          </ac:spMkLst>
        </pc:spChg>
        <pc:spChg chg="add">
          <ac:chgData name="Darii, Nicolae" userId="e7d42a24-fdb3-494b-94cf-83df6804dc51" providerId="ADAL" clId="{BACE36D2-CA13-4D4F-A7F4-9918AB460152}" dt="2025-12-11T12:54:27.340" v="923" actId="26606"/>
          <ac:spMkLst>
            <pc:docMk/>
            <pc:sldMk cId="4178061121" sldId="261"/>
            <ac:spMk id="13" creationId="{E94E0531-D614-3CB6-996E-FF0184A33A54}"/>
          </ac:spMkLst>
        </pc:spChg>
        <pc:spChg chg="del">
          <ac:chgData name="Darii, Nicolae" userId="e7d42a24-fdb3-494b-94cf-83df6804dc51" providerId="ADAL" clId="{BACE36D2-CA13-4D4F-A7F4-9918AB460152}" dt="2025-12-11T12:52:29.959" v="895"/>
          <ac:spMkLst>
            <pc:docMk/>
            <pc:sldMk cId="4178061121" sldId="261"/>
            <ac:spMk id="14" creationId="{6C550136-377F-BE86-252F-80CFBA7A385B}"/>
          </ac:spMkLst>
        </pc:spChg>
        <pc:spChg chg="del">
          <ac:chgData name="Darii, Nicolae" userId="e7d42a24-fdb3-494b-94cf-83df6804dc51" providerId="ADAL" clId="{BACE36D2-CA13-4D4F-A7F4-9918AB460152}" dt="2025-12-11T12:52:29.959" v="895"/>
          <ac:spMkLst>
            <pc:docMk/>
            <pc:sldMk cId="4178061121" sldId="261"/>
            <ac:spMk id="16" creationId="{7A4FE41F-EE17-1A4C-05C8-DC32B333180C}"/>
          </ac:spMkLst>
        </pc:spChg>
        <pc:spChg chg="del">
          <ac:chgData name="Darii, Nicolae" userId="e7d42a24-fdb3-494b-94cf-83df6804dc51" providerId="ADAL" clId="{BACE36D2-CA13-4D4F-A7F4-9918AB460152}" dt="2025-12-11T12:52:29.959" v="895"/>
          <ac:spMkLst>
            <pc:docMk/>
            <pc:sldMk cId="4178061121" sldId="261"/>
            <ac:spMk id="18" creationId="{7879D2F8-D830-FFEB-73F6-296304CFA674}"/>
          </ac:spMkLst>
        </pc:spChg>
        <pc:picChg chg="mod">
          <ac:chgData name="Darii, Nicolae" userId="e7d42a24-fdb3-494b-94cf-83df6804dc51" providerId="ADAL" clId="{BACE36D2-CA13-4D4F-A7F4-9918AB460152}" dt="2025-12-11T13:03:50.301" v="1050" actId="14100"/>
          <ac:picMkLst>
            <pc:docMk/>
            <pc:sldMk cId="4178061121" sldId="261"/>
            <ac:picMk id="5" creationId="{DB9DE2C0-5C41-7964-CE07-453F724DEBBC}"/>
          </ac:picMkLst>
        </pc:picChg>
      </pc:sldChg>
      <pc:sldChg chg="addSp delSp modSp add mod setBg delDesignElem">
        <pc:chgData name="Darii, Nicolae" userId="e7d42a24-fdb3-494b-94cf-83df6804dc51" providerId="ADAL" clId="{BACE36D2-CA13-4D4F-A7F4-9918AB460152}" dt="2025-12-12T10:01:39.600" v="2103"/>
        <pc:sldMkLst>
          <pc:docMk/>
          <pc:sldMk cId="1044599925" sldId="262"/>
        </pc:sldMkLst>
        <pc:spChg chg="mod">
          <ac:chgData name="Darii, Nicolae" userId="e7d42a24-fdb3-494b-94cf-83df6804dc51" providerId="ADAL" clId="{BACE36D2-CA13-4D4F-A7F4-9918AB460152}" dt="2025-12-11T13:02:30.967" v="1036" actId="14100"/>
          <ac:spMkLst>
            <pc:docMk/>
            <pc:sldMk cId="1044599925" sldId="262"/>
            <ac:spMk id="2" creationId="{08CDA66C-E65E-C08A-BFD9-7D6D920D0E36}"/>
          </ac:spMkLst>
        </pc:spChg>
        <pc:spChg chg="add mod">
          <ac:chgData name="Darii, Nicolae" userId="e7d42a24-fdb3-494b-94cf-83df6804dc51" providerId="ADAL" clId="{BACE36D2-CA13-4D4F-A7F4-9918AB460152}" dt="2025-12-12T09:54:57.346" v="2039" actId="20577"/>
          <ac:spMkLst>
            <pc:docMk/>
            <pc:sldMk cId="1044599925" sldId="262"/>
            <ac:spMk id="3" creationId="{6EDBC9CD-C023-462C-19CD-586EB71AA447}"/>
          </ac:spMkLst>
        </pc:spChg>
        <pc:spChg chg="add mod">
          <ac:chgData name="Darii, Nicolae" userId="e7d42a24-fdb3-494b-94cf-83df6804dc51" providerId="ADAL" clId="{BACE36D2-CA13-4D4F-A7F4-9918AB460152}" dt="2025-12-12T10:01:39.600" v="2103"/>
          <ac:spMkLst>
            <pc:docMk/>
            <pc:sldMk cId="1044599925" sldId="262"/>
            <ac:spMk id="4" creationId="{6D5BAF38-8CD7-8985-BCFB-E9E26AD230B3}"/>
          </ac:spMkLst>
        </pc:spChg>
        <pc:spChg chg="del">
          <ac:chgData name="Darii, Nicolae" userId="e7d42a24-fdb3-494b-94cf-83df6804dc51" providerId="ADAL" clId="{BACE36D2-CA13-4D4F-A7F4-9918AB460152}" dt="2025-12-11T13:01:02.626" v="1013" actId="478"/>
          <ac:spMkLst>
            <pc:docMk/>
            <pc:sldMk cId="1044599925" sldId="262"/>
            <ac:spMk id="4" creationId="{F70F76C6-CC8C-2284-3FF5-833B80E5CD88}"/>
          </ac:spMkLst>
        </pc:spChg>
        <pc:spChg chg="add del mod">
          <ac:chgData name="Darii, Nicolae" userId="e7d42a24-fdb3-494b-94cf-83df6804dc51" providerId="ADAL" clId="{BACE36D2-CA13-4D4F-A7F4-9918AB460152}" dt="2025-12-12T10:01:39.453" v="2102" actId="478"/>
          <ac:spMkLst>
            <pc:docMk/>
            <pc:sldMk cId="1044599925" sldId="262"/>
            <ac:spMk id="6" creationId="{EF51D3D5-BC44-3058-71AB-5D66A30691DE}"/>
          </ac:spMkLst>
        </pc:spChg>
        <pc:spChg chg="add">
          <ac:chgData name="Darii, Nicolae" userId="e7d42a24-fdb3-494b-94cf-83df6804dc51" providerId="ADAL" clId="{BACE36D2-CA13-4D4F-A7F4-9918AB460152}" dt="2025-12-11T12:56:25.119" v="934" actId="26606"/>
          <ac:spMkLst>
            <pc:docMk/>
            <pc:sldMk cId="1044599925" sldId="262"/>
            <ac:spMk id="10" creationId="{774A975B-A886-5202-0489-6965514A0D14}"/>
          </ac:spMkLst>
        </pc:spChg>
        <pc:spChg chg="add">
          <ac:chgData name="Darii, Nicolae" userId="e7d42a24-fdb3-494b-94cf-83df6804dc51" providerId="ADAL" clId="{BACE36D2-CA13-4D4F-A7F4-9918AB460152}" dt="2025-12-11T12:56:25.119" v="934" actId="26606"/>
          <ac:spMkLst>
            <pc:docMk/>
            <pc:sldMk cId="1044599925" sldId="262"/>
            <ac:spMk id="12" creationId="{EA67E988-5919-57BB-C7DE-D3EAD38A3045}"/>
          </ac:spMkLst>
        </pc:spChg>
        <pc:spChg chg="add">
          <ac:chgData name="Darii, Nicolae" userId="e7d42a24-fdb3-494b-94cf-83df6804dc51" providerId="ADAL" clId="{BACE36D2-CA13-4D4F-A7F4-9918AB460152}" dt="2025-12-11T12:56:25.119" v="934" actId="26606"/>
          <ac:spMkLst>
            <pc:docMk/>
            <pc:sldMk cId="1044599925" sldId="262"/>
            <ac:spMk id="14" creationId="{FAF3766F-DEF3-4802-BB0D-7A18EDD9704F}"/>
          </ac:spMkLst>
        </pc:spChg>
        <pc:spChg chg="add">
          <ac:chgData name="Darii, Nicolae" userId="e7d42a24-fdb3-494b-94cf-83df6804dc51" providerId="ADAL" clId="{BACE36D2-CA13-4D4F-A7F4-9918AB460152}" dt="2025-12-11T12:56:25.119" v="934" actId="26606"/>
          <ac:spMkLst>
            <pc:docMk/>
            <pc:sldMk cId="1044599925" sldId="262"/>
            <ac:spMk id="16" creationId="{BD0C058D-27D4-3139-E199-E2C11099B62C}"/>
          </ac:spMkLst>
        </pc:spChg>
        <pc:spChg chg="add">
          <ac:chgData name="Darii, Nicolae" userId="e7d42a24-fdb3-494b-94cf-83df6804dc51" providerId="ADAL" clId="{BACE36D2-CA13-4D4F-A7F4-9918AB460152}" dt="2025-12-11T12:56:25.119" v="934" actId="26606"/>
          <ac:spMkLst>
            <pc:docMk/>
            <pc:sldMk cId="1044599925" sldId="262"/>
            <ac:spMk id="18" creationId="{E94E0531-D614-3CB6-996E-FF0184A33A54}"/>
          </ac:spMkLst>
        </pc:spChg>
        <pc:spChg chg="del">
          <ac:chgData name="Darii, Nicolae" userId="e7d42a24-fdb3-494b-94cf-83df6804dc51" providerId="ADAL" clId="{BACE36D2-CA13-4D4F-A7F4-9918AB460152}" dt="2025-12-11T12:55:53.737" v="931"/>
          <ac:spMkLst>
            <pc:docMk/>
            <pc:sldMk cId="1044599925" sldId="262"/>
            <ac:spMk id="20" creationId="{951E591D-3DBD-C721-4268-A89753B22737}"/>
          </ac:spMkLst>
        </pc:spChg>
        <pc:spChg chg="del">
          <ac:chgData name="Darii, Nicolae" userId="e7d42a24-fdb3-494b-94cf-83df6804dc51" providerId="ADAL" clId="{BACE36D2-CA13-4D4F-A7F4-9918AB460152}" dt="2025-12-11T12:55:53.737" v="931"/>
          <ac:spMkLst>
            <pc:docMk/>
            <pc:sldMk cId="1044599925" sldId="262"/>
            <ac:spMk id="26" creationId="{EC2B018B-0B4D-8538-F532-CAA31EE6C7D4}"/>
          </ac:spMkLst>
        </pc:spChg>
        <pc:spChg chg="del">
          <ac:chgData name="Darii, Nicolae" userId="e7d42a24-fdb3-494b-94cf-83df6804dc51" providerId="ADAL" clId="{BACE36D2-CA13-4D4F-A7F4-9918AB460152}" dt="2025-12-11T12:55:53.737" v="931"/>
          <ac:spMkLst>
            <pc:docMk/>
            <pc:sldMk cId="1044599925" sldId="262"/>
            <ac:spMk id="27" creationId="{71D855E1-E0D1-F5A1-A2FA-3816C02BF759}"/>
          </ac:spMkLst>
        </pc:spChg>
        <pc:spChg chg="del">
          <ac:chgData name="Darii, Nicolae" userId="e7d42a24-fdb3-494b-94cf-83df6804dc51" providerId="ADAL" clId="{BACE36D2-CA13-4D4F-A7F4-9918AB460152}" dt="2025-12-11T12:55:53.737" v="931"/>
          <ac:spMkLst>
            <pc:docMk/>
            <pc:sldMk cId="1044599925" sldId="262"/>
            <ac:spMk id="29" creationId="{AC835974-A7D6-902E-7C14-0CFA2F8521CA}"/>
          </ac:spMkLst>
        </pc:spChg>
        <pc:spChg chg="del">
          <ac:chgData name="Darii, Nicolae" userId="e7d42a24-fdb3-494b-94cf-83df6804dc51" providerId="ADAL" clId="{BACE36D2-CA13-4D4F-A7F4-9918AB460152}" dt="2025-12-11T12:55:53.737" v="931"/>
          <ac:spMkLst>
            <pc:docMk/>
            <pc:sldMk cId="1044599925" sldId="262"/>
            <ac:spMk id="31" creationId="{A3BB94E1-773F-926B-F4A6-8CEDB292C1E2}"/>
          </ac:spMkLst>
        </pc:spChg>
        <pc:picChg chg="add mod">
          <ac:chgData name="Darii, Nicolae" userId="e7d42a24-fdb3-494b-94cf-83df6804dc51" providerId="ADAL" clId="{BACE36D2-CA13-4D4F-A7F4-9918AB460152}" dt="2025-12-11T13:03:56.318" v="1051" actId="14100"/>
          <ac:picMkLst>
            <pc:docMk/>
            <pc:sldMk cId="1044599925" sldId="262"/>
            <ac:picMk id="5" creationId="{966F52C8-DC44-DCD8-7854-4E518DDABBB4}"/>
          </ac:picMkLst>
        </pc:picChg>
        <pc:picChg chg="del">
          <ac:chgData name="Darii, Nicolae" userId="e7d42a24-fdb3-494b-94cf-83df6804dc51" providerId="ADAL" clId="{BACE36D2-CA13-4D4F-A7F4-9918AB460152}" dt="2025-12-11T12:55:57.045" v="932" actId="478"/>
          <ac:picMkLst>
            <pc:docMk/>
            <pc:sldMk cId="1044599925" sldId="262"/>
            <ac:picMk id="8" creationId="{79BCBE89-ABF6-26A7-CD3A-2A80BC8CC92E}"/>
          </ac:picMkLst>
        </pc:picChg>
      </pc:sldChg>
      <pc:sldChg chg="addSp delSp modSp add mod setBg delDesignElem">
        <pc:chgData name="Darii, Nicolae" userId="e7d42a24-fdb3-494b-94cf-83df6804dc51" providerId="ADAL" clId="{BACE36D2-CA13-4D4F-A7F4-9918AB460152}" dt="2025-12-12T10:01:42.486" v="2105"/>
        <pc:sldMkLst>
          <pc:docMk/>
          <pc:sldMk cId="2392617420" sldId="263"/>
        </pc:sldMkLst>
        <pc:spChg chg="mod">
          <ac:chgData name="Darii, Nicolae" userId="e7d42a24-fdb3-494b-94cf-83df6804dc51" providerId="ADAL" clId="{BACE36D2-CA13-4D4F-A7F4-9918AB460152}" dt="2025-12-11T13:02:59.958" v="1041" actId="1076"/>
          <ac:spMkLst>
            <pc:docMk/>
            <pc:sldMk cId="2392617420" sldId="263"/>
            <ac:spMk id="2" creationId="{C1C83213-A4A5-1182-78E7-587928336A77}"/>
          </ac:spMkLst>
        </pc:spChg>
        <pc:spChg chg="add mod ord">
          <ac:chgData name="Darii, Nicolae" userId="e7d42a24-fdb3-494b-94cf-83df6804dc51" providerId="ADAL" clId="{BACE36D2-CA13-4D4F-A7F4-9918AB460152}" dt="2025-12-12T09:32:32.699" v="1386" actId="14100"/>
          <ac:spMkLst>
            <pc:docMk/>
            <pc:sldMk cId="2392617420" sldId="263"/>
            <ac:spMk id="3" creationId="{38FD8C15-8A73-632D-BBC0-69C63EBEA1CB}"/>
          </ac:spMkLst>
        </pc:spChg>
        <pc:spChg chg="add mod">
          <ac:chgData name="Darii, Nicolae" userId="e7d42a24-fdb3-494b-94cf-83df6804dc51" providerId="ADAL" clId="{BACE36D2-CA13-4D4F-A7F4-9918AB460152}" dt="2025-12-12T09:55:05.493" v="2041" actId="1076"/>
          <ac:spMkLst>
            <pc:docMk/>
            <pc:sldMk cId="2392617420" sldId="263"/>
            <ac:spMk id="4" creationId="{39B0B4A7-3D4D-7CF4-4FAF-022EB73FFD88}"/>
          </ac:spMkLst>
        </pc:spChg>
        <pc:spChg chg="del">
          <ac:chgData name="Darii, Nicolae" userId="e7d42a24-fdb3-494b-94cf-83df6804dc51" providerId="ADAL" clId="{BACE36D2-CA13-4D4F-A7F4-9918AB460152}" dt="2025-12-11T13:01:06.669" v="1015" actId="478"/>
          <ac:spMkLst>
            <pc:docMk/>
            <pc:sldMk cId="2392617420" sldId="263"/>
            <ac:spMk id="4" creationId="{C1004599-C4AE-1C9C-9D85-D2A27893163E}"/>
          </ac:spMkLst>
        </pc:spChg>
        <pc:spChg chg="add mod">
          <ac:chgData name="Darii, Nicolae" userId="e7d42a24-fdb3-494b-94cf-83df6804dc51" providerId="ADAL" clId="{BACE36D2-CA13-4D4F-A7F4-9918AB460152}" dt="2025-12-12T10:01:42.486" v="2105"/>
          <ac:spMkLst>
            <pc:docMk/>
            <pc:sldMk cId="2392617420" sldId="263"/>
            <ac:spMk id="5" creationId="{5A8E73B3-B140-8F25-BAC4-76C82D4FA580}"/>
          </ac:spMkLst>
        </pc:spChg>
        <pc:spChg chg="add del mod">
          <ac:chgData name="Darii, Nicolae" userId="e7d42a24-fdb3-494b-94cf-83df6804dc51" providerId="ADAL" clId="{BACE36D2-CA13-4D4F-A7F4-9918AB460152}" dt="2025-12-12T10:01:42.387" v="2104" actId="478"/>
          <ac:spMkLst>
            <pc:docMk/>
            <pc:sldMk cId="2392617420" sldId="263"/>
            <ac:spMk id="7" creationId="{9889137A-7B18-ECE9-9700-B84EC0A3CE2C}"/>
          </ac:spMkLst>
        </pc:spChg>
        <pc:spChg chg="del">
          <ac:chgData name="Darii, Nicolae" userId="e7d42a24-fdb3-494b-94cf-83df6804dc51" providerId="ADAL" clId="{BACE36D2-CA13-4D4F-A7F4-9918AB460152}" dt="2025-12-11T12:56:35.985" v="940"/>
          <ac:spMkLst>
            <pc:docMk/>
            <pc:sldMk cId="2392617420" sldId="263"/>
            <ac:spMk id="10" creationId="{66DB6DED-10C0-8D7F-DA60-89638A38ED90}"/>
          </ac:spMkLst>
        </pc:spChg>
        <pc:spChg chg="add">
          <ac:chgData name="Darii, Nicolae" userId="e7d42a24-fdb3-494b-94cf-83df6804dc51" providerId="ADAL" clId="{BACE36D2-CA13-4D4F-A7F4-9918AB460152}" dt="2025-12-11T12:57:13.908" v="944" actId="26606"/>
          <ac:spMkLst>
            <pc:docMk/>
            <pc:sldMk cId="2392617420" sldId="263"/>
            <ac:spMk id="11" creationId="{774A975B-A886-5202-0489-6965514A0D14}"/>
          </ac:spMkLst>
        </pc:spChg>
        <pc:spChg chg="del">
          <ac:chgData name="Darii, Nicolae" userId="e7d42a24-fdb3-494b-94cf-83df6804dc51" providerId="ADAL" clId="{BACE36D2-CA13-4D4F-A7F4-9918AB460152}" dt="2025-12-11T12:56:35.985" v="940"/>
          <ac:spMkLst>
            <pc:docMk/>
            <pc:sldMk cId="2392617420" sldId="263"/>
            <ac:spMk id="12" creationId="{4D23BAF9-AF77-F219-F99B-E4F4BE25A1C0}"/>
          </ac:spMkLst>
        </pc:spChg>
        <pc:spChg chg="add">
          <ac:chgData name="Darii, Nicolae" userId="e7d42a24-fdb3-494b-94cf-83df6804dc51" providerId="ADAL" clId="{BACE36D2-CA13-4D4F-A7F4-9918AB460152}" dt="2025-12-11T12:57:13.908" v="944" actId="26606"/>
          <ac:spMkLst>
            <pc:docMk/>
            <pc:sldMk cId="2392617420" sldId="263"/>
            <ac:spMk id="13" creationId="{EA67E988-5919-57BB-C7DE-D3EAD38A3045}"/>
          </ac:spMkLst>
        </pc:spChg>
        <pc:spChg chg="del">
          <ac:chgData name="Darii, Nicolae" userId="e7d42a24-fdb3-494b-94cf-83df6804dc51" providerId="ADAL" clId="{BACE36D2-CA13-4D4F-A7F4-9918AB460152}" dt="2025-12-11T12:56:35.985" v="940"/>
          <ac:spMkLst>
            <pc:docMk/>
            <pc:sldMk cId="2392617420" sldId="263"/>
            <ac:spMk id="14" creationId="{05C5EB38-DB0D-9A51-885C-B6734940B1EA}"/>
          </ac:spMkLst>
        </pc:spChg>
        <pc:spChg chg="add">
          <ac:chgData name="Darii, Nicolae" userId="e7d42a24-fdb3-494b-94cf-83df6804dc51" providerId="ADAL" clId="{BACE36D2-CA13-4D4F-A7F4-9918AB460152}" dt="2025-12-11T12:57:13.908" v="944" actId="26606"/>
          <ac:spMkLst>
            <pc:docMk/>
            <pc:sldMk cId="2392617420" sldId="263"/>
            <ac:spMk id="15" creationId="{FAF3766F-DEF3-4802-BB0D-7A18EDD9704F}"/>
          </ac:spMkLst>
        </pc:spChg>
        <pc:spChg chg="del">
          <ac:chgData name="Darii, Nicolae" userId="e7d42a24-fdb3-494b-94cf-83df6804dc51" providerId="ADAL" clId="{BACE36D2-CA13-4D4F-A7F4-9918AB460152}" dt="2025-12-11T12:56:35.985" v="940"/>
          <ac:spMkLst>
            <pc:docMk/>
            <pc:sldMk cId="2392617420" sldId="263"/>
            <ac:spMk id="16" creationId="{1ACAB3F8-6CB5-A6D2-885A-D550348EF5C5}"/>
          </ac:spMkLst>
        </pc:spChg>
        <pc:spChg chg="add">
          <ac:chgData name="Darii, Nicolae" userId="e7d42a24-fdb3-494b-94cf-83df6804dc51" providerId="ADAL" clId="{BACE36D2-CA13-4D4F-A7F4-9918AB460152}" dt="2025-12-11T12:57:13.908" v="944" actId="26606"/>
          <ac:spMkLst>
            <pc:docMk/>
            <pc:sldMk cId="2392617420" sldId="263"/>
            <ac:spMk id="17" creationId="{BD0C058D-27D4-3139-E199-E2C11099B62C}"/>
          </ac:spMkLst>
        </pc:spChg>
        <pc:spChg chg="del">
          <ac:chgData name="Darii, Nicolae" userId="e7d42a24-fdb3-494b-94cf-83df6804dc51" providerId="ADAL" clId="{BACE36D2-CA13-4D4F-A7F4-9918AB460152}" dt="2025-12-11T12:56:35.985" v="940"/>
          <ac:spMkLst>
            <pc:docMk/>
            <pc:sldMk cId="2392617420" sldId="263"/>
            <ac:spMk id="18" creationId="{B1A8CE7C-EEF6-F267-1502-B49057968C40}"/>
          </ac:spMkLst>
        </pc:spChg>
        <pc:spChg chg="add">
          <ac:chgData name="Darii, Nicolae" userId="e7d42a24-fdb3-494b-94cf-83df6804dc51" providerId="ADAL" clId="{BACE36D2-CA13-4D4F-A7F4-9918AB460152}" dt="2025-12-11T12:57:13.908" v="944" actId="26606"/>
          <ac:spMkLst>
            <pc:docMk/>
            <pc:sldMk cId="2392617420" sldId="263"/>
            <ac:spMk id="19" creationId="{E94E0531-D614-3CB6-996E-FF0184A33A54}"/>
          </ac:spMkLst>
        </pc:spChg>
        <pc:picChg chg="del mod">
          <ac:chgData name="Darii, Nicolae" userId="e7d42a24-fdb3-494b-94cf-83df6804dc51" providerId="ADAL" clId="{BACE36D2-CA13-4D4F-A7F4-9918AB460152}" dt="2025-12-11T12:57:10.811" v="942" actId="478"/>
          <ac:picMkLst>
            <pc:docMk/>
            <pc:sldMk cId="2392617420" sldId="263"/>
            <ac:picMk id="5" creationId="{9BE42040-BA83-7310-BF18-9BA91C33A838}"/>
          </ac:picMkLst>
        </pc:picChg>
        <pc:picChg chg="add mod">
          <ac:chgData name="Darii, Nicolae" userId="e7d42a24-fdb3-494b-94cf-83df6804dc51" providerId="ADAL" clId="{BACE36D2-CA13-4D4F-A7F4-9918AB460152}" dt="2025-12-11T13:04:03.883" v="1052" actId="14100"/>
          <ac:picMkLst>
            <pc:docMk/>
            <pc:sldMk cId="2392617420" sldId="263"/>
            <ac:picMk id="6" creationId="{929BE1A1-B5F7-B3D1-59D4-9420CFA6B9D3}"/>
          </ac:picMkLst>
        </pc:picChg>
        <pc:picChg chg="add mod">
          <ac:chgData name="Darii, Nicolae" userId="e7d42a24-fdb3-494b-94cf-83df6804dc51" providerId="ADAL" clId="{BACE36D2-CA13-4D4F-A7F4-9918AB460152}" dt="2025-12-11T13:08:16.612" v="1068" actId="1076"/>
          <ac:picMkLst>
            <pc:docMk/>
            <pc:sldMk cId="2392617420" sldId="263"/>
            <ac:picMk id="9" creationId="{05CFC8AC-8A65-9FA8-12E7-781971A1C576}"/>
          </ac:picMkLst>
        </pc:picChg>
      </pc:sldChg>
      <pc:sldChg chg="addSp delSp modSp add mod setBg delDesignElem">
        <pc:chgData name="Darii, Nicolae" userId="e7d42a24-fdb3-494b-94cf-83df6804dc51" providerId="ADAL" clId="{BACE36D2-CA13-4D4F-A7F4-9918AB460152}" dt="2025-12-12T10:01:45.976" v="2107"/>
        <pc:sldMkLst>
          <pc:docMk/>
          <pc:sldMk cId="375367374" sldId="264"/>
        </pc:sldMkLst>
        <pc:spChg chg="mod">
          <ac:chgData name="Darii, Nicolae" userId="e7d42a24-fdb3-494b-94cf-83df6804dc51" providerId="ADAL" clId="{BACE36D2-CA13-4D4F-A7F4-9918AB460152}" dt="2025-12-11T13:03:14.703" v="1044" actId="1076"/>
          <ac:spMkLst>
            <pc:docMk/>
            <pc:sldMk cId="375367374" sldId="264"/>
            <ac:spMk id="2" creationId="{CEE86640-DCFB-E33F-A772-B80127677A74}"/>
          </ac:spMkLst>
        </pc:spChg>
        <pc:spChg chg="add mod ord">
          <ac:chgData name="Darii, Nicolae" userId="e7d42a24-fdb3-494b-94cf-83df6804dc51" providerId="ADAL" clId="{BACE36D2-CA13-4D4F-A7F4-9918AB460152}" dt="2025-12-12T09:33:05.608" v="1396" actId="14100"/>
          <ac:spMkLst>
            <pc:docMk/>
            <pc:sldMk cId="375367374" sldId="264"/>
            <ac:spMk id="3" creationId="{6C8A1613-5D13-540F-7D71-5ADB0B0957FD}"/>
          </ac:spMkLst>
        </pc:spChg>
        <pc:spChg chg="add mod">
          <ac:chgData name="Darii, Nicolae" userId="e7d42a24-fdb3-494b-94cf-83df6804dc51" providerId="ADAL" clId="{BACE36D2-CA13-4D4F-A7F4-9918AB460152}" dt="2025-12-12T09:55:29.686" v="2043" actId="1076"/>
          <ac:spMkLst>
            <pc:docMk/>
            <pc:sldMk cId="375367374" sldId="264"/>
            <ac:spMk id="4" creationId="{1847840D-5344-5FFD-BC83-4DBA9ADEAA34}"/>
          </ac:spMkLst>
        </pc:spChg>
        <pc:spChg chg="del">
          <ac:chgData name="Darii, Nicolae" userId="e7d42a24-fdb3-494b-94cf-83df6804dc51" providerId="ADAL" clId="{BACE36D2-CA13-4D4F-A7F4-9918AB460152}" dt="2025-12-11T13:01:11.253" v="1017" actId="478"/>
          <ac:spMkLst>
            <pc:docMk/>
            <pc:sldMk cId="375367374" sldId="264"/>
            <ac:spMk id="4" creationId="{1E0396D6-6B0A-72C8-CFFA-04948658E976}"/>
          </ac:spMkLst>
        </pc:spChg>
        <pc:spChg chg="add mod">
          <ac:chgData name="Darii, Nicolae" userId="e7d42a24-fdb3-494b-94cf-83df6804dc51" providerId="ADAL" clId="{BACE36D2-CA13-4D4F-A7F4-9918AB460152}" dt="2025-12-12T10:01:45.976" v="2107"/>
          <ac:spMkLst>
            <pc:docMk/>
            <pc:sldMk cId="375367374" sldId="264"/>
            <ac:spMk id="6" creationId="{4E0D3D79-2354-6EBD-88AD-B2DDC8CF375A}"/>
          </ac:spMkLst>
        </pc:spChg>
        <pc:spChg chg="add del mod">
          <ac:chgData name="Darii, Nicolae" userId="e7d42a24-fdb3-494b-94cf-83df6804dc51" providerId="ADAL" clId="{BACE36D2-CA13-4D4F-A7F4-9918AB460152}" dt="2025-12-12T10:01:45.805" v="2106" actId="478"/>
          <ac:spMkLst>
            <pc:docMk/>
            <pc:sldMk cId="375367374" sldId="264"/>
            <ac:spMk id="7" creationId="{23453446-8219-85DB-992F-2ED7CC58B96B}"/>
          </ac:spMkLst>
        </pc:spChg>
        <pc:spChg chg="add">
          <ac:chgData name="Darii, Nicolae" userId="e7d42a24-fdb3-494b-94cf-83df6804dc51" providerId="ADAL" clId="{BACE36D2-CA13-4D4F-A7F4-9918AB460152}" dt="2025-12-11T12:58:10.258" v="968" actId="26606"/>
          <ac:spMkLst>
            <pc:docMk/>
            <pc:sldMk cId="375367374" sldId="264"/>
            <ac:spMk id="10" creationId="{774A975B-A886-5202-0489-6965514A0D14}"/>
          </ac:spMkLst>
        </pc:spChg>
        <pc:spChg chg="del">
          <ac:chgData name="Darii, Nicolae" userId="e7d42a24-fdb3-494b-94cf-83df6804dc51" providerId="ADAL" clId="{BACE36D2-CA13-4D4F-A7F4-9918AB460152}" dt="2025-12-11T12:57:40.451" v="958"/>
          <ac:spMkLst>
            <pc:docMk/>
            <pc:sldMk cId="375367374" sldId="264"/>
            <ac:spMk id="11" creationId="{D4E731C2-89F3-F99C-B656-475F126E21EC}"/>
          </ac:spMkLst>
        </pc:spChg>
        <pc:spChg chg="add">
          <ac:chgData name="Darii, Nicolae" userId="e7d42a24-fdb3-494b-94cf-83df6804dc51" providerId="ADAL" clId="{BACE36D2-CA13-4D4F-A7F4-9918AB460152}" dt="2025-12-11T12:58:10.258" v="968" actId="26606"/>
          <ac:spMkLst>
            <pc:docMk/>
            <pc:sldMk cId="375367374" sldId="264"/>
            <ac:spMk id="12" creationId="{EA67E988-5919-57BB-C7DE-D3EAD38A3045}"/>
          </ac:spMkLst>
        </pc:spChg>
        <pc:spChg chg="del">
          <ac:chgData name="Darii, Nicolae" userId="e7d42a24-fdb3-494b-94cf-83df6804dc51" providerId="ADAL" clId="{BACE36D2-CA13-4D4F-A7F4-9918AB460152}" dt="2025-12-11T12:57:40.451" v="958"/>
          <ac:spMkLst>
            <pc:docMk/>
            <pc:sldMk cId="375367374" sldId="264"/>
            <ac:spMk id="13" creationId="{6A5C5C06-8BAF-72C5-3F61-2B2151BB7CDE}"/>
          </ac:spMkLst>
        </pc:spChg>
        <pc:spChg chg="add">
          <ac:chgData name="Darii, Nicolae" userId="e7d42a24-fdb3-494b-94cf-83df6804dc51" providerId="ADAL" clId="{BACE36D2-CA13-4D4F-A7F4-9918AB460152}" dt="2025-12-11T12:58:10.258" v="968" actId="26606"/>
          <ac:spMkLst>
            <pc:docMk/>
            <pc:sldMk cId="375367374" sldId="264"/>
            <ac:spMk id="14" creationId="{FAF3766F-DEF3-4802-BB0D-7A18EDD9704F}"/>
          </ac:spMkLst>
        </pc:spChg>
        <pc:spChg chg="del">
          <ac:chgData name="Darii, Nicolae" userId="e7d42a24-fdb3-494b-94cf-83df6804dc51" providerId="ADAL" clId="{BACE36D2-CA13-4D4F-A7F4-9918AB460152}" dt="2025-12-11T12:57:40.451" v="958"/>
          <ac:spMkLst>
            <pc:docMk/>
            <pc:sldMk cId="375367374" sldId="264"/>
            <ac:spMk id="15" creationId="{7C9C19FC-EB4A-A340-2FA9-FB3009C06E2C}"/>
          </ac:spMkLst>
        </pc:spChg>
        <pc:spChg chg="add">
          <ac:chgData name="Darii, Nicolae" userId="e7d42a24-fdb3-494b-94cf-83df6804dc51" providerId="ADAL" clId="{BACE36D2-CA13-4D4F-A7F4-9918AB460152}" dt="2025-12-11T12:58:10.258" v="968" actId="26606"/>
          <ac:spMkLst>
            <pc:docMk/>
            <pc:sldMk cId="375367374" sldId="264"/>
            <ac:spMk id="16" creationId="{BD0C058D-27D4-3139-E199-E2C11099B62C}"/>
          </ac:spMkLst>
        </pc:spChg>
        <pc:spChg chg="del">
          <ac:chgData name="Darii, Nicolae" userId="e7d42a24-fdb3-494b-94cf-83df6804dc51" providerId="ADAL" clId="{BACE36D2-CA13-4D4F-A7F4-9918AB460152}" dt="2025-12-11T12:57:40.451" v="958"/>
          <ac:spMkLst>
            <pc:docMk/>
            <pc:sldMk cId="375367374" sldId="264"/>
            <ac:spMk id="17" creationId="{3E9D4F87-E4FF-4BCE-4B51-F20CF1A3EF55}"/>
          </ac:spMkLst>
        </pc:spChg>
        <pc:spChg chg="add">
          <ac:chgData name="Darii, Nicolae" userId="e7d42a24-fdb3-494b-94cf-83df6804dc51" providerId="ADAL" clId="{BACE36D2-CA13-4D4F-A7F4-9918AB460152}" dt="2025-12-11T12:58:10.258" v="968" actId="26606"/>
          <ac:spMkLst>
            <pc:docMk/>
            <pc:sldMk cId="375367374" sldId="264"/>
            <ac:spMk id="18" creationId="{E94E0531-D614-3CB6-996E-FF0184A33A54}"/>
          </ac:spMkLst>
        </pc:spChg>
        <pc:spChg chg="del">
          <ac:chgData name="Darii, Nicolae" userId="e7d42a24-fdb3-494b-94cf-83df6804dc51" providerId="ADAL" clId="{BACE36D2-CA13-4D4F-A7F4-9918AB460152}" dt="2025-12-11T12:57:40.451" v="958"/>
          <ac:spMkLst>
            <pc:docMk/>
            <pc:sldMk cId="375367374" sldId="264"/>
            <ac:spMk id="19" creationId="{426C4F09-4105-B259-407E-BA81FBAEC4FB}"/>
          </ac:spMkLst>
        </pc:spChg>
        <pc:picChg chg="add mod">
          <ac:chgData name="Darii, Nicolae" userId="e7d42a24-fdb3-494b-94cf-83df6804dc51" providerId="ADAL" clId="{BACE36D2-CA13-4D4F-A7F4-9918AB460152}" dt="2025-12-11T13:04:11.991" v="1053" actId="14100"/>
          <ac:picMkLst>
            <pc:docMk/>
            <pc:sldMk cId="375367374" sldId="264"/>
            <ac:picMk id="5" creationId="{0803A890-5B67-4550-B4D2-18B52498D52E}"/>
          </ac:picMkLst>
        </pc:picChg>
        <pc:picChg chg="del">
          <ac:chgData name="Darii, Nicolae" userId="e7d42a24-fdb3-494b-94cf-83df6804dc51" providerId="ADAL" clId="{BACE36D2-CA13-4D4F-A7F4-9918AB460152}" dt="2025-12-11T12:58:06.448" v="966" actId="478"/>
          <ac:picMkLst>
            <pc:docMk/>
            <pc:sldMk cId="375367374" sldId="264"/>
            <ac:picMk id="6" creationId="{975B9E05-1A7D-5762-EBB5-378DCFA848BC}"/>
          </ac:picMkLst>
        </pc:picChg>
        <pc:picChg chg="add mod">
          <ac:chgData name="Darii, Nicolae" userId="e7d42a24-fdb3-494b-94cf-83df6804dc51" providerId="ADAL" clId="{BACE36D2-CA13-4D4F-A7F4-9918AB460152}" dt="2025-12-12T09:27:52.037" v="1373" actId="1076"/>
          <ac:picMkLst>
            <pc:docMk/>
            <pc:sldMk cId="375367374" sldId="264"/>
            <ac:picMk id="9" creationId="{16F18533-103D-E3FD-319F-85C4E0AA628F}"/>
          </ac:picMkLst>
        </pc:picChg>
      </pc:sldChg>
      <pc:sldChg chg="addSp delSp modSp add mod">
        <pc:chgData name="Darii, Nicolae" userId="e7d42a24-fdb3-494b-94cf-83df6804dc51" providerId="ADAL" clId="{BACE36D2-CA13-4D4F-A7F4-9918AB460152}" dt="2025-12-12T10:02:23.689" v="2133"/>
        <pc:sldMkLst>
          <pc:docMk/>
          <pc:sldMk cId="504451634" sldId="265"/>
        </pc:sldMkLst>
        <pc:spChg chg="mod">
          <ac:chgData name="Darii, Nicolae" userId="e7d42a24-fdb3-494b-94cf-83df6804dc51" providerId="ADAL" clId="{BACE36D2-CA13-4D4F-A7F4-9918AB460152}" dt="2025-12-11T13:03:31.073" v="1048" actId="14100"/>
          <ac:spMkLst>
            <pc:docMk/>
            <pc:sldMk cId="504451634" sldId="265"/>
            <ac:spMk id="2" creationId="{FA7F9A85-4005-E2C2-A2FE-9D2C56A25E56}"/>
          </ac:spMkLst>
        </pc:spChg>
        <pc:spChg chg="add mod ord">
          <ac:chgData name="Darii, Nicolae" userId="e7d42a24-fdb3-494b-94cf-83df6804dc51" providerId="ADAL" clId="{BACE36D2-CA13-4D4F-A7F4-9918AB460152}" dt="2025-12-12T09:38:39.955" v="1514" actId="14100"/>
          <ac:spMkLst>
            <pc:docMk/>
            <pc:sldMk cId="504451634" sldId="265"/>
            <ac:spMk id="3" creationId="{3E219714-0F74-89AB-6518-84D15FA50A50}"/>
          </ac:spMkLst>
        </pc:spChg>
        <pc:spChg chg="del">
          <ac:chgData name="Darii, Nicolae" userId="e7d42a24-fdb3-494b-94cf-83df6804dc51" providerId="ADAL" clId="{BACE36D2-CA13-4D4F-A7F4-9918AB460152}" dt="2025-12-11T13:01:14.557" v="1019" actId="478"/>
          <ac:spMkLst>
            <pc:docMk/>
            <pc:sldMk cId="504451634" sldId="265"/>
            <ac:spMk id="4" creationId="{801BC938-E67C-A418-5CE1-E0400D058A97}"/>
          </ac:spMkLst>
        </pc:spChg>
        <pc:spChg chg="add mod">
          <ac:chgData name="Darii, Nicolae" userId="e7d42a24-fdb3-494b-94cf-83df6804dc51" providerId="ADAL" clId="{BACE36D2-CA13-4D4F-A7F4-9918AB460152}" dt="2025-12-12T10:00:35.251" v="2083" actId="14100"/>
          <ac:spMkLst>
            <pc:docMk/>
            <pc:sldMk cId="504451634" sldId="265"/>
            <ac:spMk id="4" creationId="{C6419507-AEEC-71C8-7DEF-E0C5067E9292}"/>
          </ac:spMkLst>
        </pc:spChg>
        <pc:spChg chg="add mod">
          <ac:chgData name="Darii, Nicolae" userId="e7d42a24-fdb3-494b-94cf-83df6804dc51" providerId="ADAL" clId="{BACE36D2-CA13-4D4F-A7F4-9918AB460152}" dt="2025-12-12T10:02:23.689" v="2133"/>
          <ac:spMkLst>
            <pc:docMk/>
            <pc:sldMk cId="504451634" sldId="265"/>
            <ac:spMk id="5" creationId="{961C8658-A3EE-09B5-E169-65CA38C1D7D4}"/>
          </ac:spMkLst>
        </pc:spChg>
        <pc:spChg chg="add del mod">
          <ac:chgData name="Darii, Nicolae" userId="e7d42a24-fdb3-494b-94cf-83df6804dc51" providerId="ADAL" clId="{BACE36D2-CA13-4D4F-A7F4-9918AB460152}" dt="2025-12-11T13:18:48.547" v="1233" actId="478"/>
          <ac:spMkLst>
            <pc:docMk/>
            <pc:sldMk cId="504451634" sldId="265"/>
            <ac:spMk id="7" creationId="{7E94D71B-ABD9-F664-D90A-3BDCD7A51F1F}"/>
          </ac:spMkLst>
        </pc:spChg>
        <pc:spChg chg="del">
          <ac:chgData name="Darii, Nicolae" userId="e7d42a24-fdb3-494b-94cf-83df6804dc51" providerId="ADAL" clId="{BACE36D2-CA13-4D4F-A7F4-9918AB460152}" dt="2025-12-11T12:58:53.661" v="987" actId="26606"/>
          <ac:spMkLst>
            <pc:docMk/>
            <pc:sldMk cId="504451634" sldId="265"/>
            <ac:spMk id="10" creationId="{DC506C34-2D25-F610-5505-61EA5D20B51A}"/>
          </ac:spMkLst>
        </pc:spChg>
        <pc:spChg chg="add del mod">
          <ac:chgData name="Darii, Nicolae" userId="e7d42a24-fdb3-494b-94cf-83df6804dc51" providerId="ADAL" clId="{BACE36D2-CA13-4D4F-A7F4-9918AB460152}" dt="2025-12-12T10:02:23.564" v="2132" actId="478"/>
          <ac:spMkLst>
            <pc:docMk/>
            <pc:sldMk cId="504451634" sldId="265"/>
            <ac:spMk id="11" creationId="{E23B4C74-AB3E-4492-C25E-B8B2D1F61B51}"/>
          </ac:spMkLst>
        </pc:spChg>
        <pc:spChg chg="del">
          <ac:chgData name="Darii, Nicolae" userId="e7d42a24-fdb3-494b-94cf-83df6804dc51" providerId="ADAL" clId="{BACE36D2-CA13-4D4F-A7F4-9918AB460152}" dt="2025-12-11T12:58:53.661" v="987" actId="26606"/>
          <ac:spMkLst>
            <pc:docMk/>
            <pc:sldMk cId="504451634" sldId="265"/>
            <ac:spMk id="12" creationId="{0CD278B4-2534-BB32-8E5A-DFCB47E9DB0A}"/>
          </ac:spMkLst>
        </pc:spChg>
        <pc:spChg chg="del">
          <ac:chgData name="Darii, Nicolae" userId="e7d42a24-fdb3-494b-94cf-83df6804dc51" providerId="ADAL" clId="{BACE36D2-CA13-4D4F-A7F4-9918AB460152}" dt="2025-12-11T12:58:53.661" v="987" actId="26606"/>
          <ac:spMkLst>
            <pc:docMk/>
            <pc:sldMk cId="504451634" sldId="265"/>
            <ac:spMk id="14" creationId="{9B347F68-6A33-7D46-9E2C-B8E7CF01EC5D}"/>
          </ac:spMkLst>
        </pc:spChg>
        <pc:spChg chg="del">
          <ac:chgData name="Darii, Nicolae" userId="e7d42a24-fdb3-494b-94cf-83df6804dc51" providerId="ADAL" clId="{BACE36D2-CA13-4D4F-A7F4-9918AB460152}" dt="2025-12-11T12:58:53.661" v="987" actId="26606"/>
          <ac:spMkLst>
            <pc:docMk/>
            <pc:sldMk cId="504451634" sldId="265"/>
            <ac:spMk id="16" creationId="{85F67A31-E579-6018-905F-8C155B9D9E5B}"/>
          </ac:spMkLst>
        </pc:spChg>
        <pc:spChg chg="del">
          <ac:chgData name="Darii, Nicolae" userId="e7d42a24-fdb3-494b-94cf-83df6804dc51" providerId="ADAL" clId="{BACE36D2-CA13-4D4F-A7F4-9918AB460152}" dt="2025-12-11T12:58:53.661" v="987" actId="26606"/>
          <ac:spMkLst>
            <pc:docMk/>
            <pc:sldMk cId="504451634" sldId="265"/>
            <ac:spMk id="18" creationId="{8E0F89CE-FA08-6C0D-EF8C-8FBE8740D50B}"/>
          </ac:spMkLst>
        </pc:spChg>
        <pc:spChg chg="add">
          <ac:chgData name="Darii, Nicolae" userId="e7d42a24-fdb3-494b-94cf-83df6804dc51" providerId="ADAL" clId="{BACE36D2-CA13-4D4F-A7F4-9918AB460152}" dt="2025-12-11T12:58:53.661" v="987" actId="26606"/>
          <ac:spMkLst>
            <pc:docMk/>
            <pc:sldMk cId="504451634" sldId="265"/>
            <ac:spMk id="23" creationId="{774A975B-A886-5202-0489-6965514A0D14}"/>
          </ac:spMkLst>
        </pc:spChg>
        <pc:spChg chg="add">
          <ac:chgData name="Darii, Nicolae" userId="e7d42a24-fdb3-494b-94cf-83df6804dc51" providerId="ADAL" clId="{BACE36D2-CA13-4D4F-A7F4-9918AB460152}" dt="2025-12-11T12:58:53.661" v="987" actId="26606"/>
          <ac:spMkLst>
            <pc:docMk/>
            <pc:sldMk cId="504451634" sldId="265"/>
            <ac:spMk id="25" creationId="{EA67E988-5919-57BB-C7DE-D3EAD38A3045}"/>
          </ac:spMkLst>
        </pc:spChg>
        <pc:spChg chg="add">
          <ac:chgData name="Darii, Nicolae" userId="e7d42a24-fdb3-494b-94cf-83df6804dc51" providerId="ADAL" clId="{BACE36D2-CA13-4D4F-A7F4-9918AB460152}" dt="2025-12-11T12:58:53.661" v="987" actId="26606"/>
          <ac:spMkLst>
            <pc:docMk/>
            <pc:sldMk cId="504451634" sldId="265"/>
            <ac:spMk id="27" creationId="{FAF3766F-DEF3-4802-BB0D-7A18EDD9704F}"/>
          </ac:spMkLst>
        </pc:spChg>
        <pc:spChg chg="add">
          <ac:chgData name="Darii, Nicolae" userId="e7d42a24-fdb3-494b-94cf-83df6804dc51" providerId="ADAL" clId="{BACE36D2-CA13-4D4F-A7F4-9918AB460152}" dt="2025-12-11T12:58:53.661" v="987" actId="26606"/>
          <ac:spMkLst>
            <pc:docMk/>
            <pc:sldMk cId="504451634" sldId="265"/>
            <ac:spMk id="29" creationId="{BD0C058D-27D4-3139-E199-E2C11099B62C}"/>
          </ac:spMkLst>
        </pc:spChg>
        <pc:spChg chg="add">
          <ac:chgData name="Darii, Nicolae" userId="e7d42a24-fdb3-494b-94cf-83df6804dc51" providerId="ADAL" clId="{BACE36D2-CA13-4D4F-A7F4-9918AB460152}" dt="2025-12-11T12:58:53.661" v="987" actId="26606"/>
          <ac:spMkLst>
            <pc:docMk/>
            <pc:sldMk cId="504451634" sldId="265"/>
            <ac:spMk id="31" creationId="{E94E0531-D614-3CB6-996E-FF0184A33A54}"/>
          </ac:spMkLst>
        </pc:spChg>
        <pc:picChg chg="del">
          <ac:chgData name="Darii, Nicolae" userId="e7d42a24-fdb3-494b-94cf-83df6804dc51" providerId="ADAL" clId="{BACE36D2-CA13-4D4F-A7F4-9918AB460152}" dt="2025-12-11T12:58:49.772" v="985" actId="478"/>
          <ac:picMkLst>
            <pc:docMk/>
            <pc:sldMk cId="504451634" sldId="265"/>
            <ac:picMk id="5" creationId="{017EAF78-E8B7-6FEF-77C3-0EDF2747D46A}"/>
          </ac:picMkLst>
        </pc:picChg>
        <pc:picChg chg="add del mod">
          <ac:chgData name="Darii, Nicolae" userId="e7d42a24-fdb3-494b-94cf-83df6804dc51" providerId="ADAL" clId="{BACE36D2-CA13-4D4F-A7F4-9918AB460152}" dt="2025-12-11T13:18:51.571" v="1236" actId="478"/>
          <ac:picMkLst>
            <pc:docMk/>
            <pc:sldMk cId="504451634" sldId="265"/>
            <ac:picMk id="6" creationId="{F8B0B8A6-C16E-97AC-93E2-0E6579237F75}"/>
          </ac:picMkLst>
        </pc:picChg>
        <pc:picChg chg="add del mod">
          <ac:chgData name="Darii, Nicolae" userId="e7d42a24-fdb3-494b-94cf-83df6804dc51" providerId="ADAL" clId="{BACE36D2-CA13-4D4F-A7F4-9918AB460152}" dt="2025-12-11T13:18:51.052" v="1235" actId="478"/>
          <ac:picMkLst>
            <pc:docMk/>
            <pc:sldMk cId="504451634" sldId="265"/>
            <ac:picMk id="9" creationId="{63FB4EAE-071B-3737-05E9-88D3C630591F}"/>
          </ac:picMkLst>
        </pc:picChg>
        <pc:picChg chg="add mod">
          <ac:chgData name="Darii, Nicolae" userId="e7d42a24-fdb3-494b-94cf-83df6804dc51" providerId="ADAL" clId="{BACE36D2-CA13-4D4F-A7F4-9918AB460152}" dt="2025-12-12T09:24:58.985" v="1326" actId="1076"/>
          <ac:picMkLst>
            <pc:docMk/>
            <pc:sldMk cId="504451634" sldId="265"/>
            <ac:picMk id="15" creationId="{18342EDE-48A3-07C5-BAB9-2BE6718A51E5}"/>
          </ac:picMkLst>
        </pc:picChg>
        <pc:picChg chg="add mod">
          <ac:chgData name="Darii, Nicolae" userId="e7d42a24-fdb3-494b-94cf-83df6804dc51" providerId="ADAL" clId="{BACE36D2-CA13-4D4F-A7F4-9918AB460152}" dt="2025-12-12T09:25:10.420" v="1329" actId="1076"/>
          <ac:picMkLst>
            <pc:docMk/>
            <pc:sldMk cId="504451634" sldId="265"/>
            <ac:picMk id="19" creationId="{FDB11166-32F9-F232-2677-AD1C6CA2BC42}"/>
          </ac:picMkLst>
        </pc:picChg>
      </pc:sldChg>
      <pc:sldChg chg="addSp delSp modSp new mod ord">
        <pc:chgData name="Darii, Nicolae" userId="e7d42a24-fdb3-494b-94cf-83df6804dc51" providerId="ADAL" clId="{BACE36D2-CA13-4D4F-A7F4-9918AB460152}" dt="2025-12-11T13:13:50.450" v="1163" actId="207"/>
        <pc:sldMkLst>
          <pc:docMk/>
          <pc:sldMk cId="1877672026" sldId="266"/>
        </pc:sldMkLst>
        <pc:spChg chg="mod">
          <ac:chgData name="Darii, Nicolae" userId="e7d42a24-fdb3-494b-94cf-83df6804dc51" providerId="ADAL" clId="{BACE36D2-CA13-4D4F-A7F4-9918AB460152}" dt="2025-12-11T13:10:24.743" v="1089" actId="20577"/>
          <ac:spMkLst>
            <pc:docMk/>
            <pc:sldMk cId="1877672026" sldId="266"/>
            <ac:spMk id="2" creationId="{6ED843D4-FD4B-987C-75F2-73C7191F350B}"/>
          </ac:spMkLst>
        </pc:spChg>
        <pc:spChg chg="del">
          <ac:chgData name="Darii, Nicolae" userId="e7d42a24-fdb3-494b-94cf-83df6804dc51" providerId="ADAL" clId="{BACE36D2-CA13-4D4F-A7F4-9918AB460152}" dt="2025-12-11T13:10:34.876" v="1090" actId="478"/>
          <ac:spMkLst>
            <pc:docMk/>
            <pc:sldMk cId="1877672026" sldId="266"/>
            <ac:spMk id="3" creationId="{045B6D39-8520-8841-B20E-07E83BC9005C}"/>
          </ac:spMkLst>
        </pc:spChg>
        <pc:spChg chg="add mod ord">
          <ac:chgData name="Darii, Nicolae" userId="e7d42a24-fdb3-494b-94cf-83df6804dc51" providerId="ADAL" clId="{BACE36D2-CA13-4D4F-A7F4-9918AB460152}" dt="2025-12-11T13:12:59.052" v="1147" actId="1076"/>
          <ac:spMkLst>
            <pc:docMk/>
            <pc:sldMk cId="1877672026" sldId="266"/>
            <ac:spMk id="10" creationId="{0D35CBFC-2863-34D5-CC85-9DE2B2C299C8}"/>
          </ac:spMkLst>
        </pc:spChg>
        <pc:spChg chg="add mod">
          <ac:chgData name="Darii, Nicolae" userId="e7d42a24-fdb3-494b-94cf-83df6804dc51" providerId="ADAL" clId="{BACE36D2-CA13-4D4F-A7F4-9918AB460152}" dt="2025-12-11T13:13:04.466" v="1148" actId="14100"/>
          <ac:spMkLst>
            <pc:docMk/>
            <pc:sldMk cId="1877672026" sldId="266"/>
            <ac:spMk id="11" creationId="{3BE536D3-582D-C443-6B61-4F3F2D2AA1F2}"/>
          </ac:spMkLst>
        </pc:spChg>
        <pc:spChg chg="add mod">
          <ac:chgData name="Darii, Nicolae" userId="e7d42a24-fdb3-494b-94cf-83df6804dc51" providerId="ADAL" clId="{BACE36D2-CA13-4D4F-A7F4-9918AB460152}" dt="2025-12-11T13:13:50.450" v="1163" actId="207"/>
          <ac:spMkLst>
            <pc:docMk/>
            <pc:sldMk cId="1877672026" sldId="266"/>
            <ac:spMk id="12" creationId="{F2EDAD7B-EDFC-0301-6F03-5BE2FB7771B4}"/>
          </ac:spMkLst>
        </pc:spChg>
        <pc:picChg chg="add mod">
          <ac:chgData name="Darii, Nicolae" userId="e7d42a24-fdb3-494b-94cf-83df6804dc51" providerId="ADAL" clId="{BACE36D2-CA13-4D4F-A7F4-9918AB460152}" dt="2025-12-11T13:10:39.148" v="1092" actId="1076"/>
          <ac:picMkLst>
            <pc:docMk/>
            <pc:sldMk cId="1877672026" sldId="266"/>
            <ac:picMk id="5" creationId="{7C0ED131-863A-C905-3322-273B84C2566A}"/>
          </ac:picMkLst>
        </pc:picChg>
        <pc:picChg chg="add mod ord">
          <ac:chgData name="Darii, Nicolae" userId="e7d42a24-fdb3-494b-94cf-83df6804dc51" providerId="ADAL" clId="{BACE36D2-CA13-4D4F-A7F4-9918AB460152}" dt="2025-12-11T13:12:52.352" v="1145" actId="1076"/>
          <ac:picMkLst>
            <pc:docMk/>
            <pc:sldMk cId="1877672026" sldId="266"/>
            <ac:picMk id="7" creationId="{7EF7D98F-722B-BA7D-703C-DAA83C96CB45}"/>
          </ac:picMkLst>
        </pc:picChg>
        <pc:picChg chg="add mod">
          <ac:chgData name="Darii, Nicolae" userId="e7d42a24-fdb3-494b-94cf-83df6804dc51" providerId="ADAL" clId="{BACE36D2-CA13-4D4F-A7F4-9918AB460152}" dt="2025-12-11T13:11:30.433" v="1102" actId="1076"/>
          <ac:picMkLst>
            <pc:docMk/>
            <pc:sldMk cId="1877672026" sldId="266"/>
            <ac:picMk id="9" creationId="{5A38D1C6-72D8-7B63-F385-E512419907ED}"/>
          </ac:picMkLst>
        </pc:picChg>
      </pc:sldChg>
      <pc:sldChg chg="addSp delSp modSp new mod delAnim modAnim">
        <pc:chgData name="Darii, Nicolae" userId="e7d42a24-fdb3-494b-94cf-83df6804dc51" providerId="ADAL" clId="{BACE36D2-CA13-4D4F-A7F4-9918AB460152}" dt="2025-12-11T13:17:31.530" v="1205" actId="478"/>
        <pc:sldMkLst>
          <pc:docMk/>
          <pc:sldMk cId="461338921" sldId="267"/>
        </pc:sldMkLst>
        <pc:spChg chg="mod">
          <ac:chgData name="Darii, Nicolae" userId="e7d42a24-fdb3-494b-94cf-83df6804dc51" providerId="ADAL" clId="{BACE36D2-CA13-4D4F-A7F4-9918AB460152}" dt="2025-12-11T13:16:19.144" v="1182" actId="20577"/>
          <ac:spMkLst>
            <pc:docMk/>
            <pc:sldMk cId="461338921" sldId="267"/>
            <ac:spMk id="2" creationId="{2FC1BF15-5825-7575-AEB1-9CF3875C93FB}"/>
          </ac:spMkLst>
        </pc:spChg>
        <pc:spChg chg="del">
          <ac:chgData name="Darii, Nicolae" userId="e7d42a24-fdb3-494b-94cf-83df6804dc51" providerId="ADAL" clId="{BACE36D2-CA13-4D4F-A7F4-9918AB460152}" dt="2025-12-11T13:16:21.316" v="1183" actId="478"/>
          <ac:spMkLst>
            <pc:docMk/>
            <pc:sldMk cId="461338921" sldId="267"/>
            <ac:spMk id="3" creationId="{8CB6FD4A-49CE-8F08-003F-D5552931E35B}"/>
          </ac:spMkLst>
        </pc:spChg>
        <pc:spChg chg="add mod">
          <ac:chgData name="Darii, Nicolae" userId="e7d42a24-fdb3-494b-94cf-83df6804dc51" providerId="ADAL" clId="{BACE36D2-CA13-4D4F-A7F4-9918AB460152}" dt="2025-12-11T13:16:42.679" v="1188" actId="1076"/>
          <ac:spMkLst>
            <pc:docMk/>
            <pc:sldMk cId="461338921" sldId="267"/>
            <ac:spMk id="4" creationId="{37930546-1E71-08A0-54FD-DD0184669B02}"/>
          </ac:spMkLst>
        </pc:spChg>
        <pc:spChg chg="mod">
          <ac:chgData name="Darii, Nicolae" userId="e7d42a24-fdb3-494b-94cf-83df6804dc51" providerId="ADAL" clId="{BACE36D2-CA13-4D4F-A7F4-9918AB460152}" dt="2025-12-11T13:16:21.701" v="1184"/>
          <ac:spMkLst>
            <pc:docMk/>
            <pc:sldMk cId="461338921" sldId="267"/>
            <ac:spMk id="156" creationId="{859B53B1-0821-CAE9-741A-DDD9C71FE51C}"/>
          </ac:spMkLst>
        </pc:spChg>
        <pc:spChg chg="mod">
          <ac:chgData name="Darii, Nicolae" userId="e7d42a24-fdb3-494b-94cf-83df6804dc51" providerId="ADAL" clId="{BACE36D2-CA13-4D4F-A7F4-9918AB460152}" dt="2025-12-11T13:16:21.701" v="1184"/>
          <ac:spMkLst>
            <pc:docMk/>
            <pc:sldMk cId="461338921" sldId="267"/>
            <ac:spMk id="190" creationId="{64C5361A-447A-4015-9A4E-C61977820EFA}"/>
          </ac:spMkLst>
        </pc:spChg>
        <pc:spChg chg="mod">
          <ac:chgData name="Darii, Nicolae" userId="e7d42a24-fdb3-494b-94cf-83df6804dc51" providerId="ADAL" clId="{BACE36D2-CA13-4D4F-A7F4-9918AB460152}" dt="2025-12-11T13:16:21.701" v="1184"/>
          <ac:spMkLst>
            <pc:docMk/>
            <pc:sldMk cId="461338921" sldId="267"/>
            <ac:spMk id="206" creationId="{EB4E62FB-CC95-109D-B692-0D66B088082C}"/>
          </ac:spMkLst>
        </pc:spChg>
        <pc:spChg chg="mod">
          <ac:chgData name="Darii, Nicolae" userId="e7d42a24-fdb3-494b-94cf-83df6804dc51" providerId="ADAL" clId="{BACE36D2-CA13-4D4F-A7F4-9918AB460152}" dt="2025-12-11T13:16:21.701" v="1184"/>
          <ac:spMkLst>
            <pc:docMk/>
            <pc:sldMk cId="461338921" sldId="267"/>
            <ac:spMk id="220" creationId="{A9944A9B-2C6F-4ECF-B198-2A1E7148C71C}"/>
          </ac:spMkLst>
        </pc:spChg>
        <pc:spChg chg="mod">
          <ac:chgData name="Darii, Nicolae" userId="e7d42a24-fdb3-494b-94cf-83df6804dc51" providerId="ADAL" clId="{BACE36D2-CA13-4D4F-A7F4-9918AB460152}" dt="2025-12-11T13:16:21.701" v="1184"/>
          <ac:spMkLst>
            <pc:docMk/>
            <pc:sldMk cId="461338921" sldId="267"/>
            <ac:spMk id="237" creationId="{1E11473E-73A7-7402-24DD-64AE4AF6BDED}"/>
          </ac:spMkLst>
        </pc:spChg>
        <pc:spChg chg="mod">
          <ac:chgData name="Darii, Nicolae" userId="e7d42a24-fdb3-494b-94cf-83df6804dc51" providerId="ADAL" clId="{BACE36D2-CA13-4D4F-A7F4-9918AB460152}" dt="2025-12-11T13:16:21.701" v="1184"/>
          <ac:spMkLst>
            <pc:docMk/>
            <pc:sldMk cId="461338921" sldId="267"/>
            <ac:spMk id="292" creationId="{12BD49FF-ADC5-EC24-FEDF-C1A018B1AF30}"/>
          </ac:spMkLst>
        </pc:spChg>
        <pc:spChg chg="mod">
          <ac:chgData name="Darii, Nicolae" userId="e7d42a24-fdb3-494b-94cf-83df6804dc51" providerId="ADAL" clId="{BACE36D2-CA13-4D4F-A7F4-9918AB460152}" dt="2025-12-11T13:16:21.701" v="1184"/>
          <ac:spMkLst>
            <pc:docMk/>
            <pc:sldMk cId="461338921" sldId="267"/>
            <ac:spMk id="412" creationId="{94A740B0-3B72-46BA-4F99-FC926AA5780B}"/>
          </ac:spMkLst>
        </pc:spChg>
        <pc:spChg chg="mod">
          <ac:chgData name="Darii, Nicolae" userId="e7d42a24-fdb3-494b-94cf-83df6804dc51" providerId="ADAL" clId="{BACE36D2-CA13-4D4F-A7F4-9918AB460152}" dt="2025-12-11T13:16:21.701" v="1184"/>
          <ac:spMkLst>
            <pc:docMk/>
            <pc:sldMk cId="461338921" sldId="267"/>
            <ac:spMk id="424" creationId="{001CDFE4-CACB-C798-37F2-0B7D43D04630}"/>
          </ac:spMkLst>
        </pc:spChg>
        <pc:spChg chg="mod">
          <ac:chgData name="Darii, Nicolae" userId="e7d42a24-fdb3-494b-94cf-83df6804dc51" providerId="ADAL" clId="{BACE36D2-CA13-4D4F-A7F4-9918AB460152}" dt="2025-12-11T13:16:21.701" v="1184"/>
          <ac:spMkLst>
            <pc:docMk/>
            <pc:sldMk cId="461338921" sldId="267"/>
            <ac:spMk id="455" creationId="{52BD880E-A6F7-C8E3-653C-32B39852F198}"/>
          </ac:spMkLst>
        </pc:spChg>
        <pc:spChg chg="mod">
          <ac:chgData name="Darii, Nicolae" userId="e7d42a24-fdb3-494b-94cf-83df6804dc51" providerId="ADAL" clId="{BACE36D2-CA13-4D4F-A7F4-9918AB460152}" dt="2025-12-11T13:16:48.705" v="1191" actId="1076"/>
          <ac:spMkLst>
            <pc:docMk/>
            <pc:sldMk cId="461338921" sldId="267"/>
            <ac:spMk id="488" creationId="{16EF71AD-DE69-2244-F0A1-F00778F5B8F0}"/>
          </ac:spMkLst>
        </pc:spChg>
        <pc:spChg chg="mod">
          <ac:chgData name="Darii, Nicolae" userId="e7d42a24-fdb3-494b-94cf-83df6804dc51" providerId="ADAL" clId="{BACE36D2-CA13-4D4F-A7F4-9918AB460152}" dt="2025-12-11T13:16:44.162" v="1190"/>
          <ac:spMkLst>
            <pc:docMk/>
            <pc:sldMk cId="461338921" sldId="267"/>
            <ac:spMk id="522" creationId="{8859239F-66AE-B928-33B5-B652677BE715}"/>
          </ac:spMkLst>
        </pc:spChg>
        <pc:spChg chg="mod">
          <ac:chgData name="Darii, Nicolae" userId="e7d42a24-fdb3-494b-94cf-83df6804dc51" providerId="ADAL" clId="{BACE36D2-CA13-4D4F-A7F4-9918AB460152}" dt="2025-12-11T13:16:44.162" v="1190"/>
          <ac:spMkLst>
            <pc:docMk/>
            <pc:sldMk cId="461338921" sldId="267"/>
            <ac:spMk id="619" creationId="{A8E1E4FC-51D2-2AD2-E81F-5DB6E9269878}"/>
          </ac:spMkLst>
        </pc:spChg>
        <pc:spChg chg="mod">
          <ac:chgData name="Darii, Nicolae" userId="e7d42a24-fdb3-494b-94cf-83df6804dc51" providerId="ADAL" clId="{BACE36D2-CA13-4D4F-A7F4-9918AB460152}" dt="2025-12-11T13:16:44.162" v="1190"/>
          <ac:spMkLst>
            <pc:docMk/>
            <pc:sldMk cId="461338921" sldId="267"/>
            <ac:spMk id="643" creationId="{C054C6A0-27FC-2FFF-1A42-A7D215259008}"/>
          </ac:spMkLst>
        </pc:spChg>
        <pc:spChg chg="mod">
          <ac:chgData name="Darii, Nicolae" userId="e7d42a24-fdb3-494b-94cf-83df6804dc51" providerId="ADAL" clId="{BACE36D2-CA13-4D4F-A7F4-9918AB460152}" dt="2025-12-11T13:16:44.162" v="1190"/>
          <ac:spMkLst>
            <pc:docMk/>
            <pc:sldMk cId="461338921" sldId="267"/>
            <ac:spMk id="652" creationId="{93C47C2E-5032-D2A1-E33D-7051E1BB7A6B}"/>
          </ac:spMkLst>
        </pc:spChg>
        <pc:spChg chg="mod">
          <ac:chgData name="Darii, Nicolae" userId="e7d42a24-fdb3-494b-94cf-83df6804dc51" providerId="ADAL" clId="{BACE36D2-CA13-4D4F-A7F4-9918AB460152}" dt="2025-12-11T13:16:44.162" v="1190"/>
          <ac:spMkLst>
            <pc:docMk/>
            <pc:sldMk cId="461338921" sldId="267"/>
            <ac:spMk id="709" creationId="{372238E1-E984-3A95-4F50-95B6AF815E3C}"/>
          </ac:spMkLst>
        </pc:spChg>
        <pc:spChg chg="mod">
          <ac:chgData name="Darii, Nicolae" userId="e7d42a24-fdb3-494b-94cf-83df6804dc51" providerId="ADAL" clId="{BACE36D2-CA13-4D4F-A7F4-9918AB460152}" dt="2025-12-11T13:16:44.162" v="1190"/>
          <ac:spMkLst>
            <pc:docMk/>
            <pc:sldMk cId="461338921" sldId="267"/>
            <ac:spMk id="726" creationId="{B996DB57-B9A1-4B6B-086E-F52F4F97B184}"/>
          </ac:spMkLst>
        </pc:spChg>
        <pc:spChg chg="mod">
          <ac:chgData name="Darii, Nicolae" userId="e7d42a24-fdb3-494b-94cf-83df6804dc51" providerId="ADAL" clId="{BACE36D2-CA13-4D4F-A7F4-9918AB460152}" dt="2025-12-11T13:16:44.162" v="1190"/>
          <ac:spMkLst>
            <pc:docMk/>
            <pc:sldMk cId="461338921" sldId="267"/>
            <ac:spMk id="795" creationId="{C319945E-7597-47F2-18AF-2F4735B8F2E2}"/>
          </ac:spMkLst>
        </pc:spChg>
        <pc:spChg chg="mod">
          <ac:chgData name="Darii, Nicolae" userId="e7d42a24-fdb3-494b-94cf-83df6804dc51" providerId="ADAL" clId="{BACE36D2-CA13-4D4F-A7F4-9918AB460152}" dt="2025-12-11T13:16:44.162" v="1190"/>
          <ac:spMkLst>
            <pc:docMk/>
            <pc:sldMk cId="461338921" sldId="267"/>
            <ac:spMk id="894" creationId="{14374668-5F12-D26E-9DFF-411625238796}"/>
          </ac:spMkLst>
        </pc:spChg>
        <pc:spChg chg="mod">
          <ac:chgData name="Darii, Nicolae" userId="e7d42a24-fdb3-494b-94cf-83df6804dc51" providerId="ADAL" clId="{BACE36D2-CA13-4D4F-A7F4-9918AB460152}" dt="2025-12-11T13:16:44.162" v="1190"/>
          <ac:spMkLst>
            <pc:docMk/>
            <pc:sldMk cId="461338921" sldId="267"/>
            <ac:spMk id="925" creationId="{2731492F-CC43-5AF4-F61D-5D127513A193}"/>
          </ac:spMkLst>
        </pc:spChg>
        <pc:spChg chg="del mod">
          <ac:chgData name="Darii, Nicolae" userId="e7d42a24-fdb3-494b-94cf-83df6804dc51" providerId="ADAL" clId="{BACE36D2-CA13-4D4F-A7F4-9918AB460152}" dt="2025-12-11T13:17:11.952" v="1198" actId="478"/>
          <ac:spMkLst>
            <pc:docMk/>
            <pc:sldMk cId="461338921" sldId="267"/>
            <ac:spMk id="964" creationId="{552B2735-02B4-CECC-E561-4A636989FFF9}"/>
          </ac:spMkLst>
        </pc:spChg>
        <pc:spChg chg="del mod">
          <ac:chgData name="Darii, Nicolae" userId="e7d42a24-fdb3-494b-94cf-83df6804dc51" providerId="ADAL" clId="{BACE36D2-CA13-4D4F-A7F4-9918AB460152}" dt="2025-12-11T13:17:18.061" v="1200" actId="478"/>
          <ac:spMkLst>
            <pc:docMk/>
            <pc:sldMk cId="461338921" sldId="267"/>
            <ac:spMk id="965" creationId="{A7CC710A-44D9-72DD-DBC5-7BD6A105DEAE}"/>
          </ac:spMkLst>
        </pc:spChg>
        <pc:spChg chg="del">
          <ac:chgData name="Darii, Nicolae" userId="e7d42a24-fdb3-494b-94cf-83df6804dc51" providerId="ADAL" clId="{BACE36D2-CA13-4D4F-A7F4-9918AB460152}" dt="2025-12-11T13:17:22.043" v="1201" actId="478"/>
          <ac:spMkLst>
            <pc:docMk/>
            <pc:sldMk cId="461338921" sldId="267"/>
            <ac:spMk id="966" creationId="{F0D118E3-F00E-A5B0-7E4F-6FA77B476F62}"/>
          </ac:spMkLst>
        </pc:spChg>
        <pc:spChg chg="del mod topLvl">
          <ac:chgData name="Darii, Nicolae" userId="e7d42a24-fdb3-494b-94cf-83df6804dc51" providerId="ADAL" clId="{BACE36D2-CA13-4D4F-A7F4-9918AB460152}" dt="2025-12-11T13:17:26.606" v="1203" actId="478"/>
          <ac:spMkLst>
            <pc:docMk/>
            <pc:sldMk cId="461338921" sldId="267"/>
            <ac:spMk id="967" creationId="{3CDF8468-95E2-34BE-7DC4-6B5382DBD4BE}"/>
          </ac:spMkLst>
        </pc:spChg>
        <pc:spChg chg="del mod topLvl">
          <ac:chgData name="Darii, Nicolae" userId="e7d42a24-fdb3-494b-94cf-83df6804dc51" providerId="ADAL" clId="{BACE36D2-CA13-4D4F-A7F4-9918AB460152}" dt="2025-12-11T13:17:31.530" v="1205" actId="478"/>
          <ac:spMkLst>
            <pc:docMk/>
            <pc:sldMk cId="461338921" sldId="267"/>
            <ac:spMk id="968" creationId="{369B120B-F3C3-B78C-E41E-BF8497C60551}"/>
          </ac:spMkLst>
        </pc:spChg>
        <pc:spChg chg="del mod">
          <ac:chgData name="Darii, Nicolae" userId="e7d42a24-fdb3-494b-94cf-83df6804dc51" providerId="ADAL" clId="{BACE36D2-CA13-4D4F-A7F4-9918AB460152}" dt="2025-12-11T13:17:07.799" v="1196" actId="478"/>
          <ac:spMkLst>
            <pc:docMk/>
            <pc:sldMk cId="461338921" sldId="267"/>
            <ac:spMk id="969" creationId="{97819597-A8C2-9CDC-421B-17EBAE506820}"/>
          </ac:spMkLst>
        </pc:spChg>
        <pc:spChg chg="del mod">
          <ac:chgData name="Darii, Nicolae" userId="e7d42a24-fdb3-494b-94cf-83df6804dc51" providerId="ADAL" clId="{BACE36D2-CA13-4D4F-A7F4-9918AB460152}" dt="2025-12-11T13:17:09.498" v="1197" actId="478"/>
          <ac:spMkLst>
            <pc:docMk/>
            <pc:sldMk cId="461338921" sldId="267"/>
            <ac:spMk id="970" creationId="{0ED41214-CF8F-5C00-613A-674726347DE9}"/>
          </ac:spMkLst>
        </pc:spChg>
        <pc:spChg chg="del mod">
          <ac:chgData name="Darii, Nicolae" userId="e7d42a24-fdb3-494b-94cf-83df6804dc51" providerId="ADAL" clId="{BACE36D2-CA13-4D4F-A7F4-9918AB460152}" dt="2025-12-11T13:17:06.873" v="1195" actId="478"/>
          <ac:spMkLst>
            <pc:docMk/>
            <pc:sldMk cId="461338921" sldId="267"/>
            <ac:spMk id="971" creationId="{1FA3B161-6962-7FC7-6274-305E24DA0AAE}"/>
          </ac:spMkLst>
        </pc:spChg>
        <pc:grpChg chg="mod">
          <ac:chgData name="Darii, Nicolae" userId="e7d42a24-fdb3-494b-94cf-83df6804dc51" providerId="ADAL" clId="{BACE36D2-CA13-4D4F-A7F4-9918AB460152}" dt="2025-12-11T13:16:48.705" v="1191" actId="1076"/>
          <ac:grpSpMkLst>
            <pc:docMk/>
            <pc:sldMk cId="461338921" sldId="267"/>
            <ac:grpSpMk id="489" creationId="{D9B29E3A-B571-88A3-57FC-75ADB69A6D53}"/>
          </ac:grpSpMkLst>
        </pc:grpChg>
        <pc:grpChg chg="mod">
          <ac:chgData name="Darii, Nicolae" userId="e7d42a24-fdb3-494b-94cf-83df6804dc51" providerId="ADAL" clId="{BACE36D2-CA13-4D4F-A7F4-9918AB460152}" dt="2025-12-11T13:16:48.705" v="1191" actId="1076"/>
          <ac:grpSpMkLst>
            <pc:docMk/>
            <pc:sldMk cId="461338921" sldId="267"/>
            <ac:grpSpMk id="545" creationId="{3E291A50-CF30-740E-58DA-F67EED46DE9E}"/>
          </ac:grpSpMkLst>
        </pc:grpChg>
        <pc:grpChg chg="mod">
          <ac:chgData name="Darii, Nicolae" userId="e7d42a24-fdb3-494b-94cf-83df6804dc51" providerId="ADAL" clId="{BACE36D2-CA13-4D4F-A7F4-9918AB460152}" dt="2025-12-11T13:16:48.705" v="1191" actId="1076"/>
          <ac:grpSpMkLst>
            <pc:docMk/>
            <pc:sldMk cId="461338921" sldId="267"/>
            <ac:grpSpMk id="739" creationId="{D52A669C-694F-DE21-E3FE-D5E7747E437A}"/>
          </ac:grpSpMkLst>
        </pc:grpChg>
        <pc:grpChg chg="mod">
          <ac:chgData name="Darii, Nicolae" userId="e7d42a24-fdb3-494b-94cf-83df6804dc51" providerId="ADAL" clId="{BACE36D2-CA13-4D4F-A7F4-9918AB460152}" dt="2025-12-11T13:16:52.490" v="1192" actId="1076"/>
          <ac:grpSpMkLst>
            <pc:docMk/>
            <pc:sldMk cId="461338921" sldId="267"/>
            <ac:grpSpMk id="798" creationId="{186EBBB1-2D5E-7508-1949-AFCD32140E3B}"/>
          </ac:grpSpMkLst>
        </pc:grpChg>
        <pc:grpChg chg="del mod">
          <ac:chgData name="Darii, Nicolae" userId="e7d42a24-fdb3-494b-94cf-83df6804dc51" providerId="ADAL" clId="{BACE36D2-CA13-4D4F-A7F4-9918AB460152}" dt="2025-12-11T13:17:26.606" v="1203" actId="478"/>
          <ac:grpSpMkLst>
            <pc:docMk/>
            <pc:sldMk cId="461338921" sldId="267"/>
            <ac:grpSpMk id="963" creationId="{4A36DEB4-64B1-2955-3892-836FAE034726}"/>
          </ac:grpSpMkLst>
        </pc:grpChg>
      </pc:sldChg>
      <pc:sldChg chg="addSp delSp modSp add mod setBg delDesignElem">
        <pc:chgData name="Darii, Nicolae" userId="e7d42a24-fdb3-494b-94cf-83df6804dc51" providerId="ADAL" clId="{BACE36D2-CA13-4D4F-A7F4-9918AB460152}" dt="2025-12-12T10:01:53.920" v="2123" actId="20577"/>
        <pc:sldMkLst>
          <pc:docMk/>
          <pc:sldMk cId="4133674490" sldId="268"/>
        </pc:sldMkLst>
        <pc:spChg chg="add mod ord">
          <ac:chgData name="Darii, Nicolae" userId="e7d42a24-fdb3-494b-94cf-83df6804dc51" providerId="ADAL" clId="{BACE36D2-CA13-4D4F-A7F4-9918AB460152}" dt="2025-12-12T09:33:21.338" v="1402" actId="14100"/>
          <ac:spMkLst>
            <pc:docMk/>
            <pc:sldMk cId="4133674490" sldId="268"/>
            <ac:spMk id="3" creationId="{76BB2BDA-E682-E649-2F7C-39D6B1E5D41B}"/>
          </ac:spMkLst>
        </pc:spChg>
        <pc:spChg chg="mod">
          <ac:chgData name="Darii, Nicolae" userId="e7d42a24-fdb3-494b-94cf-83df6804dc51" providerId="ADAL" clId="{BACE36D2-CA13-4D4F-A7F4-9918AB460152}" dt="2025-12-12T10:01:53.920" v="2123" actId="20577"/>
          <ac:spMkLst>
            <pc:docMk/>
            <pc:sldMk cId="4133674490" sldId="268"/>
            <ac:spMk id="4" creationId="{B357A95D-1CE2-3B86-BE3C-0CB590BC3BFC}"/>
          </ac:spMkLst>
        </pc:spChg>
        <pc:spChg chg="add mod">
          <ac:chgData name="Darii, Nicolae" userId="e7d42a24-fdb3-494b-94cf-83df6804dc51" providerId="ADAL" clId="{BACE36D2-CA13-4D4F-A7F4-9918AB460152}" dt="2025-12-12T09:57:01.150" v="2050" actId="20577"/>
          <ac:spMkLst>
            <pc:docMk/>
            <pc:sldMk cId="4133674490" sldId="268"/>
            <ac:spMk id="6" creationId="{BE15ED5A-8A32-E6F6-B08D-8372D361F18A}"/>
          </ac:spMkLst>
        </pc:spChg>
        <pc:spChg chg="del">
          <ac:chgData name="Darii, Nicolae" userId="e7d42a24-fdb3-494b-94cf-83df6804dc51" providerId="ADAL" clId="{BACE36D2-CA13-4D4F-A7F4-9918AB460152}" dt="2025-12-11T13:17:50.727" v="1212"/>
          <ac:spMkLst>
            <pc:docMk/>
            <pc:sldMk cId="4133674490" sldId="268"/>
            <ac:spMk id="21" creationId="{4DCF3101-F34D-68A2-863F-AD8BB8CFFED3}"/>
          </ac:spMkLst>
        </pc:spChg>
        <pc:spChg chg="del">
          <ac:chgData name="Darii, Nicolae" userId="e7d42a24-fdb3-494b-94cf-83df6804dc51" providerId="ADAL" clId="{BACE36D2-CA13-4D4F-A7F4-9918AB460152}" dt="2025-12-11T13:17:50.727" v="1212"/>
          <ac:spMkLst>
            <pc:docMk/>
            <pc:sldMk cId="4133674490" sldId="268"/>
            <ac:spMk id="22" creationId="{095FB879-5C84-A9BB-864E-12C8BDDA52A7}"/>
          </ac:spMkLst>
        </pc:spChg>
        <pc:spChg chg="del">
          <ac:chgData name="Darii, Nicolae" userId="e7d42a24-fdb3-494b-94cf-83df6804dc51" providerId="ADAL" clId="{BACE36D2-CA13-4D4F-A7F4-9918AB460152}" dt="2025-12-11T13:17:50.727" v="1212"/>
          <ac:spMkLst>
            <pc:docMk/>
            <pc:sldMk cId="4133674490" sldId="268"/>
            <ac:spMk id="23" creationId="{6262B813-09CA-CE70-601B-E0C31026E737}"/>
          </ac:spMkLst>
        </pc:spChg>
        <pc:spChg chg="del">
          <ac:chgData name="Darii, Nicolae" userId="e7d42a24-fdb3-494b-94cf-83df6804dc51" providerId="ADAL" clId="{BACE36D2-CA13-4D4F-A7F4-9918AB460152}" dt="2025-12-11T13:17:50.727" v="1212"/>
          <ac:spMkLst>
            <pc:docMk/>
            <pc:sldMk cId="4133674490" sldId="268"/>
            <ac:spMk id="24" creationId="{CE267060-8F8C-E461-13C3-7F8C6B7F3ABF}"/>
          </ac:spMkLst>
        </pc:spChg>
        <pc:spChg chg="del">
          <ac:chgData name="Darii, Nicolae" userId="e7d42a24-fdb3-494b-94cf-83df6804dc51" providerId="ADAL" clId="{BACE36D2-CA13-4D4F-A7F4-9918AB460152}" dt="2025-12-11T13:17:50.727" v="1212"/>
          <ac:spMkLst>
            <pc:docMk/>
            <pc:sldMk cId="4133674490" sldId="268"/>
            <ac:spMk id="25" creationId="{0657688A-21F0-9EAE-20A6-00584D85FC8F}"/>
          </ac:spMkLst>
        </pc:spChg>
        <pc:picChg chg="add mod">
          <ac:chgData name="Darii, Nicolae" userId="e7d42a24-fdb3-494b-94cf-83df6804dc51" providerId="ADAL" clId="{BACE36D2-CA13-4D4F-A7F4-9918AB460152}" dt="2025-12-12T09:23:48.637" v="1310" actId="1076"/>
          <ac:picMkLst>
            <pc:docMk/>
            <pc:sldMk cId="4133674490" sldId="268"/>
            <ac:picMk id="5" creationId="{985E6779-1622-38BB-1230-E0FB8B9B28C7}"/>
          </ac:picMkLst>
        </pc:picChg>
        <pc:picChg chg="del">
          <ac:chgData name="Darii, Nicolae" userId="e7d42a24-fdb3-494b-94cf-83df6804dc51" providerId="ADAL" clId="{BACE36D2-CA13-4D4F-A7F4-9918AB460152}" dt="2025-12-11T13:19:10.291" v="1245" actId="478"/>
          <ac:picMkLst>
            <pc:docMk/>
            <pc:sldMk cId="4133674490" sldId="268"/>
            <ac:picMk id="6" creationId="{9CA02D52-3948-A496-E65E-24118B7BD818}"/>
          </ac:picMkLst>
        </pc:picChg>
        <pc:picChg chg="del">
          <ac:chgData name="Darii, Nicolae" userId="e7d42a24-fdb3-494b-94cf-83df6804dc51" providerId="ADAL" clId="{BACE36D2-CA13-4D4F-A7F4-9918AB460152}" dt="2025-12-11T13:19:09.652" v="1244" actId="478"/>
          <ac:picMkLst>
            <pc:docMk/>
            <pc:sldMk cId="4133674490" sldId="268"/>
            <ac:picMk id="8" creationId="{FB27A982-4A20-A3A7-B382-B64848E6BF55}"/>
          </ac:picMkLst>
        </pc:picChg>
        <pc:picChg chg="add mod">
          <ac:chgData name="Darii, Nicolae" userId="e7d42a24-fdb3-494b-94cf-83df6804dc51" providerId="ADAL" clId="{BACE36D2-CA13-4D4F-A7F4-9918AB460152}" dt="2025-12-12T09:27:42.420" v="1370" actId="1076"/>
          <ac:picMkLst>
            <pc:docMk/>
            <pc:sldMk cId="4133674490" sldId="268"/>
            <ac:picMk id="9" creationId="{7E7FE6C7-CA0D-0EB9-E3C9-087BC2D6CEC0}"/>
          </ac:picMkLst>
        </pc:picChg>
      </pc:sldChg>
      <pc:sldChg chg="addSp delSp modSp add mod setBg delDesignElem">
        <pc:chgData name="Darii, Nicolae" userId="e7d42a24-fdb3-494b-94cf-83df6804dc51" providerId="ADAL" clId="{BACE36D2-CA13-4D4F-A7F4-9918AB460152}" dt="2025-12-12T10:02:10.708" v="2125"/>
        <pc:sldMkLst>
          <pc:docMk/>
          <pc:sldMk cId="3897545969" sldId="269"/>
        </pc:sldMkLst>
        <pc:spChg chg="add del mod">
          <ac:chgData name="Darii, Nicolae" userId="e7d42a24-fdb3-494b-94cf-83df6804dc51" providerId="ADAL" clId="{BACE36D2-CA13-4D4F-A7F4-9918AB460152}" dt="2025-12-12T10:02:10.453" v="2124" actId="478"/>
          <ac:spMkLst>
            <pc:docMk/>
            <pc:sldMk cId="3897545969" sldId="269"/>
            <ac:spMk id="3" creationId="{F8E58870-1845-80FD-5D1C-05451F415487}"/>
          </ac:spMkLst>
        </pc:spChg>
        <pc:spChg chg="add mod ord">
          <ac:chgData name="Darii, Nicolae" userId="e7d42a24-fdb3-494b-94cf-83df6804dc51" providerId="ADAL" clId="{BACE36D2-CA13-4D4F-A7F4-9918AB460152}" dt="2025-12-12T09:33:47.292" v="1410" actId="14100"/>
          <ac:spMkLst>
            <pc:docMk/>
            <pc:sldMk cId="3897545969" sldId="269"/>
            <ac:spMk id="4" creationId="{C6CA01BE-D6FF-D9EE-8DE7-9717F09348D6}"/>
          </ac:spMkLst>
        </pc:spChg>
        <pc:spChg chg="add mod">
          <ac:chgData name="Darii, Nicolae" userId="e7d42a24-fdb3-494b-94cf-83df6804dc51" providerId="ADAL" clId="{BACE36D2-CA13-4D4F-A7F4-9918AB460152}" dt="2025-12-12T09:57:35.967" v="2054" actId="20577"/>
          <ac:spMkLst>
            <pc:docMk/>
            <pc:sldMk cId="3897545969" sldId="269"/>
            <ac:spMk id="6" creationId="{FCCABFBE-2F48-F707-CEA3-FCBEE874669A}"/>
          </ac:spMkLst>
        </pc:spChg>
        <pc:spChg chg="add mod">
          <ac:chgData name="Darii, Nicolae" userId="e7d42a24-fdb3-494b-94cf-83df6804dc51" providerId="ADAL" clId="{BACE36D2-CA13-4D4F-A7F4-9918AB460152}" dt="2025-12-12T10:02:10.708" v="2125"/>
          <ac:spMkLst>
            <pc:docMk/>
            <pc:sldMk cId="3897545969" sldId="269"/>
            <ac:spMk id="8" creationId="{AB5BF797-C802-CA12-183B-BDF38E032C43}"/>
          </ac:spMkLst>
        </pc:spChg>
        <pc:spChg chg="del">
          <ac:chgData name="Darii, Nicolae" userId="e7d42a24-fdb3-494b-94cf-83df6804dc51" providerId="ADAL" clId="{BACE36D2-CA13-4D4F-A7F4-9918AB460152}" dt="2025-12-11T13:18:28.150" v="1223" actId="478"/>
          <ac:spMkLst>
            <pc:docMk/>
            <pc:sldMk cId="3897545969" sldId="269"/>
            <ac:spMk id="9" creationId="{5A62F68B-1CDC-1E41-D731-4E4CEBB897FB}"/>
          </ac:spMkLst>
        </pc:spChg>
        <pc:spChg chg="del">
          <ac:chgData name="Darii, Nicolae" userId="e7d42a24-fdb3-494b-94cf-83df6804dc51" providerId="ADAL" clId="{BACE36D2-CA13-4D4F-A7F4-9918AB460152}" dt="2025-12-11T13:17:50.727" v="1212"/>
          <ac:spMkLst>
            <pc:docMk/>
            <pc:sldMk cId="3897545969" sldId="269"/>
            <ac:spMk id="20" creationId="{753498CD-84FF-629F-4C1E-65B4C084EEEB}"/>
          </ac:spMkLst>
        </pc:spChg>
        <pc:spChg chg="del">
          <ac:chgData name="Darii, Nicolae" userId="e7d42a24-fdb3-494b-94cf-83df6804dc51" providerId="ADAL" clId="{BACE36D2-CA13-4D4F-A7F4-9918AB460152}" dt="2025-12-11T13:17:50.727" v="1212"/>
          <ac:spMkLst>
            <pc:docMk/>
            <pc:sldMk cId="3897545969" sldId="269"/>
            <ac:spMk id="26" creationId="{F9899E7C-E1B6-B407-BFC8-2AC084B503C0}"/>
          </ac:spMkLst>
        </pc:spChg>
        <pc:spChg chg="del">
          <ac:chgData name="Darii, Nicolae" userId="e7d42a24-fdb3-494b-94cf-83df6804dc51" providerId="ADAL" clId="{BACE36D2-CA13-4D4F-A7F4-9918AB460152}" dt="2025-12-11T13:17:50.727" v="1212"/>
          <ac:spMkLst>
            <pc:docMk/>
            <pc:sldMk cId="3897545969" sldId="269"/>
            <ac:spMk id="27" creationId="{3732DAA9-2250-C6C2-91AB-824150D3FFB2}"/>
          </ac:spMkLst>
        </pc:spChg>
        <pc:spChg chg="del">
          <ac:chgData name="Darii, Nicolae" userId="e7d42a24-fdb3-494b-94cf-83df6804dc51" providerId="ADAL" clId="{BACE36D2-CA13-4D4F-A7F4-9918AB460152}" dt="2025-12-11T13:17:50.727" v="1212"/>
          <ac:spMkLst>
            <pc:docMk/>
            <pc:sldMk cId="3897545969" sldId="269"/>
            <ac:spMk id="29" creationId="{2CE69D41-0971-0BCC-D7BC-32C6E64ED4A4}"/>
          </ac:spMkLst>
        </pc:spChg>
        <pc:spChg chg="del">
          <ac:chgData name="Darii, Nicolae" userId="e7d42a24-fdb3-494b-94cf-83df6804dc51" providerId="ADAL" clId="{BACE36D2-CA13-4D4F-A7F4-9918AB460152}" dt="2025-12-11T13:17:50.727" v="1212"/>
          <ac:spMkLst>
            <pc:docMk/>
            <pc:sldMk cId="3897545969" sldId="269"/>
            <ac:spMk id="31" creationId="{5511F389-43EF-581E-EC66-901169904C0D}"/>
          </ac:spMkLst>
        </pc:spChg>
        <pc:picChg chg="add mod">
          <ac:chgData name="Darii, Nicolae" userId="e7d42a24-fdb3-494b-94cf-83df6804dc51" providerId="ADAL" clId="{BACE36D2-CA13-4D4F-A7F4-9918AB460152}" dt="2025-12-12T09:23:59.596" v="1312" actId="1076"/>
          <ac:picMkLst>
            <pc:docMk/>
            <pc:sldMk cId="3897545969" sldId="269"/>
            <ac:picMk id="5" creationId="{6F6EE84E-B7E3-C905-EDA0-8706F0B13C3B}"/>
          </ac:picMkLst>
        </pc:picChg>
        <pc:picChg chg="add mod">
          <ac:chgData name="Darii, Nicolae" userId="e7d42a24-fdb3-494b-94cf-83df6804dc51" providerId="ADAL" clId="{BACE36D2-CA13-4D4F-A7F4-9918AB460152}" dt="2025-12-12T09:27:36.787" v="1368" actId="1076"/>
          <ac:picMkLst>
            <pc:docMk/>
            <pc:sldMk cId="3897545969" sldId="269"/>
            <ac:picMk id="7" creationId="{B4072A74-E949-C069-117B-589CD07CC7B6}"/>
          </ac:picMkLst>
        </pc:picChg>
        <pc:picChg chg="del">
          <ac:chgData name="Darii, Nicolae" userId="e7d42a24-fdb3-494b-94cf-83df6804dc51" providerId="ADAL" clId="{BACE36D2-CA13-4D4F-A7F4-9918AB460152}" dt="2025-12-11T13:19:07.183" v="1243" actId="478"/>
          <ac:picMkLst>
            <pc:docMk/>
            <pc:sldMk cId="3897545969" sldId="269"/>
            <ac:picMk id="8" creationId="{A9C1D7C6-3995-DEB1-E7D2-5F126E352726}"/>
          </ac:picMkLst>
        </pc:picChg>
      </pc:sldChg>
      <pc:sldChg chg="addSp delSp modSp add mod setBg delDesignElem">
        <pc:chgData name="Darii, Nicolae" userId="e7d42a24-fdb3-494b-94cf-83df6804dc51" providerId="ADAL" clId="{BACE36D2-CA13-4D4F-A7F4-9918AB460152}" dt="2025-12-12T09:58:23.623" v="2058" actId="20577"/>
        <pc:sldMkLst>
          <pc:docMk/>
          <pc:sldMk cId="3822279091" sldId="270"/>
        </pc:sldMkLst>
        <pc:spChg chg="del">
          <ac:chgData name="Darii, Nicolae" userId="e7d42a24-fdb3-494b-94cf-83df6804dc51" providerId="ADAL" clId="{BACE36D2-CA13-4D4F-A7F4-9918AB460152}" dt="2025-12-11T13:18:31.720" v="1225" actId="478"/>
          <ac:spMkLst>
            <pc:docMk/>
            <pc:sldMk cId="3822279091" sldId="270"/>
            <ac:spMk id="3" creationId="{74D61275-F8A9-C79B-9FDB-FA673D149211}"/>
          </ac:spMkLst>
        </pc:spChg>
        <pc:spChg chg="add mod ord">
          <ac:chgData name="Darii, Nicolae" userId="e7d42a24-fdb3-494b-94cf-83df6804dc51" providerId="ADAL" clId="{BACE36D2-CA13-4D4F-A7F4-9918AB460152}" dt="2025-12-12T09:34:16.307" v="1420" actId="14100"/>
          <ac:spMkLst>
            <pc:docMk/>
            <pc:sldMk cId="3822279091" sldId="270"/>
            <ac:spMk id="3" creationId="{FE5DCF60-1CD2-030C-FAAF-A5226307D6CC}"/>
          </ac:spMkLst>
        </pc:spChg>
        <pc:spChg chg="add mod">
          <ac:chgData name="Darii, Nicolae" userId="e7d42a24-fdb3-494b-94cf-83df6804dc51" providerId="ADAL" clId="{BACE36D2-CA13-4D4F-A7F4-9918AB460152}" dt="2025-12-11T13:18:32.232" v="1226"/>
          <ac:spMkLst>
            <pc:docMk/>
            <pc:sldMk cId="3822279091" sldId="270"/>
            <ac:spMk id="4" creationId="{9307CF7C-2B83-0915-E286-35DF2EC70B33}"/>
          </ac:spMkLst>
        </pc:spChg>
        <pc:spChg chg="add mod ord">
          <ac:chgData name="Darii, Nicolae" userId="e7d42a24-fdb3-494b-94cf-83df6804dc51" providerId="ADAL" clId="{BACE36D2-CA13-4D4F-A7F4-9918AB460152}" dt="2025-12-12T09:34:43.529" v="1431" actId="14100"/>
          <ac:spMkLst>
            <pc:docMk/>
            <pc:sldMk cId="3822279091" sldId="270"/>
            <ac:spMk id="5" creationId="{7CDE852A-45EC-5DB6-9EF6-64A3C93A3875}"/>
          </ac:spMkLst>
        </pc:spChg>
        <pc:spChg chg="add mod">
          <ac:chgData name="Darii, Nicolae" userId="e7d42a24-fdb3-494b-94cf-83df6804dc51" providerId="ADAL" clId="{BACE36D2-CA13-4D4F-A7F4-9918AB460152}" dt="2025-12-12T09:58:23.623" v="2058" actId="20577"/>
          <ac:spMkLst>
            <pc:docMk/>
            <pc:sldMk cId="3822279091" sldId="270"/>
            <ac:spMk id="6" creationId="{D08C04E8-6FBE-7D77-C557-E2C94B3B71FF}"/>
          </ac:spMkLst>
        </pc:spChg>
        <pc:spChg chg="del">
          <ac:chgData name="Darii, Nicolae" userId="e7d42a24-fdb3-494b-94cf-83df6804dc51" providerId="ADAL" clId="{BACE36D2-CA13-4D4F-A7F4-9918AB460152}" dt="2025-12-11T13:17:50.727" v="1212"/>
          <ac:spMkLst>
            <pc:docMk/>
            <pc:sldMk cId="3822279091" sldId="270"/>
            <ac:spMk id="7" creationId="{FF507297-C187-0A4D-9AA0-7DC576A2963A}"/>
          </ac:spMkLst>
        </pc:spChg>
        <pc:spChg chg="del">
          <ac:chgData name="Darii, Nicolae" userId="e7d42a24-fdb3-494b-94cf-83df6804dc51" providerId="ADAL" clId="{BACE36D2-CA13-4D4F-A7F4-9918AB460152}" dt="2025-12-11T13:17:50.727" v="1212"/>
          <ac:spMkLst>
            <pc:docMk/>
            <pc:sldMk cId="3822279091" sldId="270"/>
            <ac:spMk id="8" creationId="{E9CC51EA-B350-45F9-6953-A66178818BED}"/>
          </ac:spMkLst>
        </pc:spChg>
        <pc:spChg chg="del">
          <ac:chgData name="Darii, Nicolae" userId="e7d42a24-fdb3-494b-94cf-83df6804dc51" providerId="ADAL" clId="{BACE36D2-CA13-4D4F-A7F4-9918AB460152}" dt="2025-12-11T13:17:50.727" v="1212"/>
          <ac:spMkLst>
            <pc:docMk/>
            <pc:sldMk cId="3822279091" sldId="270"/>
            <ac:spMk id="9" creationId="{01DAD9AA-9AF9-238A-074D-B232788BC3D0}"/>
          </ac:spMkLst>
        </pc:spChg>
        <pc:spChg chg="del">
          <ac:chgData name="Darii, Nicolae" userId="e7d42a24-fdb3-494b-94cf-83df6804dc51" providerId="ADAL" clId="{BACE36D2-CA13-4D4F-A7F4-9918AB460152}" dt="2025-12-11T13:17:50.727" v="1212"/>
          <ac:spMkLst>
            <pc:docMk/>
            <pc:sldMk cId="3822279091" sldId="270"/>
            <ac:spMk id="11" creationId="{3BCB3C88-87EA-F804-D0EF-8C0A171CA4EF}"/>
          </ac:spMkLst>
        </pc:spChg>
        <pc:spChg chg="del">
          <ac:chgData name="Darii, Nicolae" userId="e7d42a24-fdb3-494b-94cf-83df6804dc51" providerId="ADAL" clId="{BACE36D2-CA13-4D4F-A7F4-9918AB460152}" dt="2025-12-11T13:17:50.727" v="1212"/>
          <ac:spMkLst>
            <pc:docMk/>
            <pc:sldMk cId="3822279091" sldId="270"/>
            <ac:spMk id="13" creationId="{56C86F20-2520-C134-A9A6-03AD2941D28F}"/>
          </ac:spMkLst>
        </pc:spChg>
        <pc:picChg chg="del">
          <ac:chgData name="Darii, Nicolae" userId="e7d42a24-fdb3-494b-94cf-83df6804dc51" providerId="ADAL" clId="{BACE36D2-CA13-4D4F-A7F4-9918AB460152}" dt="2025-12-11T13:19:03.953" v="1242" actId="478"/>
          <ac:picMkLst>
            <pc:docMk/>
            <pc:sldMk cId="3822279091" sldId="270"/>
            <ac:picMk id="5" creationId="{F507E9C0-8652-6021-1636-483A7A346596}"/>
          </ac:picMkLst>
        </pc:picChg>
        <pc:picChg chg="add mod">
          <ac:chgData name="Darii, Nicolae" userId="e7d42a24-fdb3-494b-94cf-83df6804dc51" providerId="ADAL" clId="{BACE36D2-CA13-4D4F-A7F4-9918AB460152}" dt="2025-12-12T09:24:05.810" v="1314" actId="1076"/>
          <ac:picMkLst>
            <pc:docMk/>
            <pc:sldMk cId="3822279091" sldId="270"/>
            <ac:picMk id="10" creationId="{F2EC0771-F29A-46BD-5277-CE7F41EE9A58}"/>
          </ac:picMkLst>
        </pc:picChg>
        <pc:picChg chg="add mod">
          <ac:chgData name="Darii, Nicolae" userId="e7d42a24-fdb3-494b-94cf-83df6804dc51" providerId="ADAL" clId="{BACE36D2-CA13-4D4F-A7F4-9918AB460152}" dt="2025-12-12T09:27:20.515" v="1362" actId="1076"/>
          <ac:picMkLst>
            <pc:docMk/>
            <pc:sldMk cId="3822279091" sldId="270"/>
            <ac:picMk id="14" creationId="{EAAD7250-F936-B208-B7BD-6C07E455F5BB}"/>
          </ac:picMkLst>
        </pc:picChg>
        <pc:picChg chg="add mod">
          <ac:chgData name="Darii, Nicolae" userId="e7d42a24-fdb3-494b-94cf-83df6804dc51" providerId="ADAL" clId="{BACE36D2-CA13-4D4F-A7F4-9918AB460152}" dt="2025-12-12T09:27:22.615" v="1363" actId="1076"/>
          <ac:picMkLst>
            <pc:docMk/>
            <pc:sldMk cId="3822279091" sldId="270"/>
            <ac:picMk id="16" creationId="{5B845B4B-3E82-B0E8-6F59-533B6CE8E8BC}"/>
          </ac:picMkLst>
        </pc:picChg>
      </pc:sldChg>
      <pc:sldChg chg="addSp delSp modSp add mod setBg delDesignElem">
        <pc:chgData name="Darii, Nicolae" userId="e7d42a24-fdb3-494b-94cf-83df6804dc51" providerId="ADAL" clId="{BACE36D2-CA13-4D4F-A7F4-9918AB460152}" dt="2025-12-12T10:02:14.511" v="2127"/>
        <pc:sldMkLst>
          <pc:docMk/>
          <pc:sldMk cId="3496228806" sldId="271"/>
        </pc:sldMkLst>
        <pc:spChg chg="add del mod">
          <ac:chgData name="Darii, Nicolae" userId="e7d42a24-fdb3-494b-94cf-83df6804dc51" providerId="ADAL" clId="{BACE36D2-CA13-4D4F-A7F4-9918AB460152}" dt="2025-12-12T10:02:14.295" v="2126" actId="478"/>
          <ac:spMkLst>
            <pc:docMk/>
            <pc:sldMk cId="3496228806" sldId="271"/>
            <ac:spMk id="3" creationId="{A956A94C-3876-A57E-2D14-93BC964B2494}"/>
          </ac:spMkLst>
        </pc:spChg>
        <pc:spChg chg="add mod ord">
          <ac:chgData name="Darii, Nicolae" userId="e7d42a24-fdb3-494b-94cf-83df6804dc51" providerId="ADAL" clId="{BACE36D2-CA13-4D4F-A7F4-9918AB460152}" dt="2025-12-12T09:35:10.090" v="1442" actId="14100"/>
          <ac:spMkLst>
            <pc:docMk/>
            <pc:sldMk cId="3496228806" sldId="271"/>
            <ac:spMk id="4" creationId="{94C1CBBA-2202-A041-1268-1F748F5498A1}"/>
          </ac:spMkLst>
        </pc:spChg>
        <pc:spChg chg="add mod ord">
          <ac:chgData name="Darii, Nicolae" userId="e7d42a24-fdb3-494b-94cf-83df6804dc51" providerId="ADAL" clId="{BACE36D2-CA13-4D4F-A7F4-9918AB460152}" dt="2025-12-12T09:35:43.540" v="1454" actId="14100"/>
          <ac:spMkLst>
            <pc:docMk/>
            <pc:sldMk cId="3496228806" sldId="271"/>
            <ac:spMk id="5" creationId="{5D8AA453-6032-1169-45F6-3E3EA593079C}"/>
          </ac:spMkLst>
        </pc:spChg>
        <pc:spChg chg="del">
          <ac:chgData name="Darii, Nicolae" userId="e7d42a24-fdb3-494b-94cf-83df6804dc51" providerId="ADAL" clId="{BACE36D2-CA13-4D4F-A7F4-9918AB460152}" dt="2025-12-11T13:18:36.285" v="1227" actId="478"/>
          <ac:spMkLst>
            <pc:docMk/>
            <pc:sldMk cId="3496228806" sldId="271"/>
            <ac:spMk id="6" creationId="{450C6B03-E315-F89F-A2B1-8E97F9435F11}"/>
          </ac:spMkLst>
        </pc:spChg>
        <pc:spChg chg="add mod">
          <ac:chgData name="Darii, Nicolae" userId="e7d42a24-fdb3-494b-94cf-83df6804dc51" providerId="ADAL" clId="{BACE36D2-CA13-4D4F-A7F4-9918AB460152}" dt="2025-12-12T09:58:52.559" v="2061" actId="20577"/>
          <ac:spMkLst>
            <pc:docMk/>
            <pc:sldMk cId="3496228806" sldId="271"/>
            <ac:spMk id="6" creationId="{4E031773-B394-CBC3-0007-40A3B369A12F}"/>
          </ac:spMkLst>
        </pc:spChg>
        <pc:spChg chg="add mod">
          <ac:chgData name="Darii, Nicolae" userId="e7d42a24-fdb3-494b-94cf-83df6804dc51" providerId="ADAL" clId="{BACE36D2-CA13-4D4F-A7F4-9918AB460152}" dt="2025-12-12T10:02:14.511" v="2127"/>
          <ac:spMkLst>
            <pc:docMk/>
            <pc:sldMk cId="3496228806" sldId="271"/>
            <ac:spMk id="8" creationId="{94E3D20F-7182-7DB9-AA0B-547378F6E7D4}"/>
          </ac:spMkLst>
        </pc:spChg>
        <pc:spChg chg="del">
          <ac:chgData name="Darii, Nicolae" userId="e7d42a24-fdb3-494b-94cf-83df6804dc51" providerId="ADAL" clId="{BACE36D2-CA13-4D4F-A7F4-9918AB460152}" dt="2025-12-11T13:17:50.727" v="1212"/>
          <ac:spMkLst>
            <pc:docMk/>
            <pc:sldMk cId="3496228806" sldId="271"/>
            <ac:spMk id="10" creationId="{BE79D022-9C18-0A6F-1CDC-11E2B75E06E8}"/>
          </ac:spMkLst>
        </pc:spChg>
        <pc:spChg chg="del">
          <ac:chgData name="Darii, Nicolae" userId="e7d42a24-fdb3-494b-94cf-83df6804dc51" providerId="ADAL" clId="{BACE36D2-CA13-4D4F-A7F4-9918AB460152}" dt="2025-12-11T13:17:50.727" v="1212"/>
          <ac:spMkLst>
            <pc:docMk/>
            <pc:sldMk cId="3496228806" sldId="271"/>
            <ac:spMk id="12" creationId="{7F00AD90-D5A2-4527-7B54-8A1A1A20D5AD}"/>
          </ac:spMkLst>
        </pc:spChg>
        <pc:spChg chg="del">
          <ac:chgData name="Darii, Nicolae" userId="e7d42a24-fdb3-494b-94cf-83df6804dc51" providerId="ADAL" clId="{BACE36D2-CA13-4D4F-A7F4-9918AB460152}" dt="2025-12-11T13:17:50.727" v="1212"/>
          <ac:spMkLst>
            <pc:docMk/>
            <pc:sldMk cId="3496228806" sldId="271"/>
            <ac:spMk id="14" creationId="{21EF5A92-04E0-50CE-C470-64D8E46D185E}"/>
          </ac:spMkLst>
        </pc:spChg>
        <pc:spChg chg="del">
          <ac:chgData name="Darii, Nicolae" userId="e7d42a24-fdb3-494b-94cf-83df6804dc51" providerId="ADAL" clId="{BACE36D2-CA13-4D4F-A7F4-9918AB460152}" dt="2025-12-11T13:17:50.727" v="1212"/>
          <ac:spMkLst>
            <pc:docMk/>
            <pc:sldMk cId="3496228806" sldId="271"/>
            <ac:spMk id="16" creationId="{348B9D40-57B8-86D9-2A1F-BEDAD0D55F2E}"/>
          </ac:spMkLst>
        </pc:spChg>
        <pc:spChg chg="del">
          <ac:chgData name="Darii, Nicolae" userId="e7d42a24-fdb3-494b-94cf-83df6804dc51" providerId="ADAL" clId="{BACE36D2-CA13-4D4F-A7F4-9918AB460152}" dt="2025-12-11T13:17:50.727" v="1212"/>
          <ac:spMkLst>
            <pc:docMk/>
            <pc:sldMk cId="3496228806" sldId="271"/>
            <ac:spMk id="18" creationId="{71B66F3D-5A75-3F39-1D47-979DD0A18A1E}"/>
          </ac:spMkLst>
        </pc:spChg>
        <pc:picChg chg="del">
          <ac:chgData name="Darii, Nicolae" userId="e7d42a24-fdb3-494b-94cf-83df6804dc51" providerId="ADAL" clId="{BACE36D2-CA13-4D4F-A7F4-9918AB460152}" dt="2025-12-11T13:19:01.630" v="1241" actId="478"/>
          <ac:picMkLst>
            <pc:docMk/>
            <pc:sldMk cId="3496228806" sldId="271"/>
            <ac:picMk id="5" creationId="{D359A352-41D5-2F7D-33E6-E06B3DB03D45}"/>
          </ac:picMkLst>
        </pc:picChg>
        <pc:picChg chg="add mod">
          <ac:chgData name="Darii, Nicolae" userId="e7d42a24-fdb3-494b-94cf-83df6804dc51" providerId="ADAL" clId="{BACE36D2-CA13-4D4F-A7F4-9918AB460152}" dt="2025-12-12T09:24:12.302" v="1316" actId="1076"/>
          <ac:picMkLst>
            <pc:docMk/>
            <pc:sldMk cId="3496228806" sldId="271"/>
            <ac:picMk id="7" creationId="{6B950243-984E-98C3-C879-A0337163B6BB}"/>
          </ac:picMkLst>
        </pc:picChg>
        <pc:picChg chg="add mod">
          <ac:chgData name="Darii, Nicolae" userId="e7d42a24-fdb3-494b-94cf-83df6804dc51" providerId="ADAL" clId="{BACE36D2-CA13-4D4F-A7F4-9918AB460152}" dt="2025-12-12T09:26:58.691" v="1355" actId="1076"/>
          <ac:picMkLst>
            <pc:docMk/>
            <pc:sldMk cId="3496228806" sldId="271"/>
            <ac:picMk id="9" creationId="{882F4C8E-0015-33FB-5337-077CE320C086}"/>
          </ac:picMkLst>
        </pc:picChg>
        <pc:picChg chg="add mod">
          <ac:chgData name="Darii, Nicolae" userId="e7d42a24-fdb3-494b-94cf-83df6804dc51" providerId="ADAL" clId="{BACE36D2-CA13-4D4F-A7F4-9918AB460152}" dt="2025-12-12T09:27:04.425" v="1358" actId="1076"/>
          <ac:picMkLst>
            <pc:docMk/>
            <pc:sldMk cId="3496228806" sldId="271"/>
            <ac:picMk id="13" creationId="{0F0958CD-6600-B56B-FBB6-277A812DCC7C}"/>
          </ac:picMkLst>
        </pc:picChg>
      </pc:sldChg>
      <pc:sldChg chg="addSp delSp modSp add mod setBg delDesignElem">
        <pc:chgData name="Darii, Nicolae" userId="e7d42a24-fdb3-494b-94cf-83df6804dc51" providerId="ADAL" clId="{BACE36D2-CA13-4D4F-A7F4-9918AB460152}" dt="2025-12-12T10:02:17.436" v="2129"/>
        <pc:sldMkLst>
          <pc:docMk/>
          <pc:sldMk cId="2066209224" sldId="272"/>
        </pc:sldMkLst>
        <pc:spChg chg="add del mod">
          <ac:chgData name="Darii, Nicolae" userId="e7d42a24-fdb3-494b-94cf-83df6804dc51" providerId="ADAL" clId="{BACE36D2-CA13-4D4F-A7F4-9918AB460152}" dt="2025-12-12T10:02:17.324" v="2128" actId="478"/>
          <ac:spMkLst>
            <pc:docMk/>
            <pc:sldMk cId="2066209224" sldId="272"/>
            <ac:spMk id="3" creationId="{973F2036-3E52-9ECD-2BC6-F9ECBFF02E61}"/>
          </ac:spMkLst>
        </pc:spChg>
        <pc:spChg chg="add mod ord">
          <ac:chgData name="Darii, Nicolae" userId="e7d42a24-fdb3-494b-94cf-83df6804dc51" providerId="ADAL" clId="{BACE36D2-CA13-4D4F-A7F4-9918AB460152}" dt="2025-12-12T09:36:23.180" v="1462" actId="14100"/>
          <ac:spMkLst>
            <pc:docMk/>
            <pc:sldMk cId="2066209224" sldId="272"/>
            <ac:spMk id="4" creationId="{7C47A182-CE73-B322-3996-13B848AC7049}"/>
          </ac:spMkLst>
        </pc:spChg>
        <pc:spChg chg="add mod ord">
          <ac:chgData name="Darii, Nicolae" userId="e7d42a24-fdb3-494b-94cf-83df6804dc51" providerId="ADAL" clId="{BACE36D2-CA13-4D4F-A7F4-9918AB460152}" dt="2025-12-12T09:36:54.254" v="1474" actId="14100"/>
          <ac:spMkLst>
            <pc:docMk/>
            <pc:sldMk cId="2066209224" sldId="272"/>
            <ac:spMk id="6" creationId="{C89547B6-DBD1-8795-B48B-6ED073739D63}"/>
          </ac:spMkLst>
        </pc:spChg>
        <pc:spChg chg="add mod">
          <ac:chgData name="Darii, Nicolae" userId="e7d42a24-fdb3-494b-94cf-83df6804dc51" providerId="ADAL" clId="{BACE36D2-CA13-4D4F-A7F4-9918AB460152}" dt="2025-12-12T09:59:23.635" v="2067" actId="20577"/>
          <ac:spMkLst>
            <pc:docMk/>
            <pc:sldMk cId="2066209224" sldId="272"/>
            <ac:spMk id="7" creationId="{0BB1BCB4-42F3-08E5-978D-2659A31933E5}"/>
          </ac:spMkLst>
        </pc:spChg>
        <pc:spChg chg="del">
          <ac:chgData name="Darii, Nicolae" userId="e7d42a24-fdb3-494b-94cf-83df6804dc51" providerId="ADAL" clId="{BACE36D2-CA13-4D4F-A7F4-9918AB460152}" dt="2025-12-11T13:18:41.412" v="1229" actId="478"/>
          <ac:spMkLst>
            <pc:docMk/>
            <pc:sldMk cId="2066209224" sldId="272"/>
            <ac:spMk id="7" creationId="{E7494706-FD4C-1C96-10E4-71E5DF988E98}"/>
          </ac:spMkLst>
        </pc:spChg>
        <pc:spChg chg="add mod">
          <ac:chgData name="Darii, Nicolae" userId="e7d42a24-fdb3-494b-94cf-83df6804dc51" providerId="ADAL" clId="{BACE36D2-CA13-4D4F-A7F4-9918AB460152}" dt="2025-12-12T10:02:17.436" v="2129"/>
          <ac:spMkLst>
            <pc:docMk/>
            <pc:sldMk cId="2066209224" sldId="272"/>
            <ac:spMk id="8" creationId="{A7C8086D-CEC5-21F4-DB1B-D3FB5345C49F}"/>
          </ac:spMkLst>
        </pc:spChg>
        <pc:spChg chg="del">
          <ac:chgData name="Darii, Nicolae" userId="e7d42a24-fdb3-494b-94cf-83df6804dc51" providerId="ADAL" clId="{BACE36D2-CA13-4D4F-A7F4-9918AB460152}" dt="2025-12-11T13:17:50.727" v="1212"/>
          <ac:spMkLst>
            <pc:docMk/>
            <pc:sldMk cId="2066209224" sldId="272"/>
            <ac:spMk id="11" creationId="{58A7B767-CA9F-F784-9B0D-2AEE61AEE67C}"/>
          </ac:spMkLst>
        </pc:spChg>
        <pc:spChg chg="del">
          <ac:chgData name="Darii, Nicolae" userId="e7d42a24-fdb3-494b-94cf-83df6804dc51" providerId="ADAL" clId="{BACE36D2-CA13-4D4F-A7F4-9918AB460152}" dt="2025-12-11T13:17:50.727" v="1212"/>
          <ac:spMkLst>
            <pc:docMk/>
            <pc:sldMk cId="2066209224" sldId="272"/>
            <ac:spMk id="13" creationId="{7BB7739C-FB42-F3B7-733A-305BFC98106B}"/>
          </ac:spMkLst>
        </pc:spChg>
        <pc:spChg chg="del">
          <ac:chgData name="Darii, Nicolae" userId="e7d42a24-fdb3-494b-94cf-83df6804dc51" providerId="ADAL" clId="{BACE36D2-CA13-4D4F-A7F4-9918AB460152}" dt="2025-12-11T13:17:50.727" v="1212"/>
          <ac:spMkLst>
            <pc:docMk/>
            <pc:sldMk cId="2066209224" sldId="272"/>
            <ac:spMk id="15" creationId="{4EBC867D-4EEC-2500-EE8B-C8EEF69FDC9F}"/>
          </ac:spMkLst>
        </pc:spChg>
        <pc:spChg chg="del">
          <ac:chgData name="Darii, Nicolae" userId="e7d42a24-fdb3-494b-94cf-83df6804dc51" providerId="ADAL" clId="{BACE36D2-CA13-4D4F-A7F4-9918AB460152}" dt="2025-12-11T13:17:50.727" v="1212"/>
          <ac:spMkLst>
            <pc:docMk/>
            <pc:sldMk cId="2066209224" sldId="272"/>
            <ac:spMk id="17" creationId="{A0C95EC1-2D74-E4DC-5726-B88ED1F04450}"/>
          </ac:spMkLst>
        </pc:spChg>
        <pc:spChg chg="del">
          <ac:chgData name="Darii, Nicolae" userId="e7d42a24-fdb3-494b-94cf-83df6804dc51" providerId="ADAL" clId="{BACE36D2-CA13-4D4F-A7F4-9918AB460152}" dt="2025-12-11T13:17:50.727" v="1212"/>
          <ac:spMkLst>
            <pc:docMk/>
            <pc:sldMk cId="2066209224" sldId="272"/>
            <ac:spMk id="19" creationId="{7BD78610-88BC-643C-83FC-5A460743A24E}"/>
          </ac:spMkLst>
        </pc:spChg>
        <pc:picChg chg="add mod">
          <ac:chgData name="Darii, Nicolae" userId="e7d42a24-fdb3-494b-94cf-83df6804dc51" providerId="ADAL" clId="{BACE36D2-CA13-4D4F-A7F4-9918AB460152}" dt="2025-12-12T09:24:21.473" v="1318" actId="1076"/>
          <ac:picMkLst>
            <pc:docMk/>
            <pc:sldMk cId="2066209224" sldId="272"/>
            <ac:picMk id="5" creationId="{112B7276-16A5-76BE-F388-F526DFFAFD19}"/>
          </ac:picMkLst>
        </pc:picChg>
        <pc:picChg chg="del">
          <ac:chgData name="Darii, Nicolae" userId="e7d42a24-fdb3-494b-94cf-83df6804dc51" providerId="ADAL" clId="{BACE36D2-CA13-4D4F-A7F4-9918AB460152}" dt="2025-12-11T13:18:58.008" v="1239" actId="478"/>
          <ac:picMkLst>
            <pc:docMk/>
            <pc:sldMk cId="2066209224" sldId="272"/>
            <ac:picMk id="6" creationId="{B94954ED-10D5-ECBA-A825-50F1C7BC20FF}"/>
          </ac:picMkLst>
        </pc:picChg>
        <pc:picChg chg="del">
          <ac:chgData name="Darii, Nicolae" userId="e7d42a24-fdb3-494b-94cf-83df6804dc51" providerId="ADAL" clId="{BACE36D2-CA13-4D4F-A7F4-9918AB460152}" dt="2025-12-11T13:18:59.269" v="1240" actId="478"/>
          <ac:picMkLst>
            <pc:docMk/>
            <pc:sldMk cId="2066209224" sldId="272"/>
            <ac:picMk id="9" creationId="{664F41D5-6488-B837-56BC-4544D3CE6DDB}"/>
          </ac:picMkLst>
        </pc:picChg>
        <pc:picChg chg="add mod">
          <ac:chgData name="Darii, Nicolae" userId="e7d42a24-fdb3-494b-94cf-83df6804dc51" providerId="ADAL" clId="{BACE36D2-CA13-4D4F-A7F4-9918AB460152}" dt="2025-12-12T09:36:00.890" v="1455" actId="1076"/>
          <ac:picMkLst>
            <pc:docMk/>
            <pc:sldMk cId="2066209224" sldId="272"/>
            <ac:picMk id="10" creationId="{36DAA6CD-8AA7-E388-DB32-69279A9014D0}"/>
          </ac:picMkLst>
        </pc:picChg>
        <pc:picChg chg="add mod">
          <ac:chgData name="Darii, Nicolae" userId="e7d42a24-fdb3-494b-94cf-83df6804dc51" providerId="ADAL" clId="{BACE36D2-CA13-4D4F-A7F4-9918AB460152}" dt="2025-12-12T09:36:43.117" v="1470" actId="14100"/>
          <ac:picMkLst>
            <pc:docMk/>
            <pc:sldMk cId="2066209224" sldId="272"/>
            <ac:picMk id="14" creationId="{09813EFA-8723-50AE-47AE-884FA6EBDFD9}"/>
          </ac:picMkLst>
        </pc:picChg>
      </pc:sldChg>
      <pc:sldChg chg="addSp delSp modSp add mod setBg delDesignElem">
        <pc:chgData name="Darii, Nicolae" userId="e7d42a24-fdb3-494b-94cf-83df6804dc51" providerId="ADAL" clId="{BACE36D2-CA13-4D4F-A7F4-9918AB460152}" dt="2025-12-12T10:02:20.427" v="2131"/>
        <pc:sldMkLst>
          <pc:docMk/>
          <pc:sldMk cId="2273454815" sldId="273"/>
        </pc:sldMkLst>
        <pc:spChg chg="add del mod">
          <ac:chgData name="Darii, Nicolae" userId="e7d42a24-fdb3-494b-94cf-83df6804dc51" providerId="ADAL" clId="{BACE36D2-CA13-4D4F-A7F4-9918AB460152}" dt="2025-12-12T10:02:20.267" v="2130" actId="478"/>
          <ac:spMkLst>
            <pc:docMk/>
            <pc:sldMk cId="2273454815" sldId="273"/>
            <ac:spMk id="3" creationId="{AC1499BF-0C7A-87B6-390B-C64B2D172910}"/>
          </ac:spMkLst>
        </pc:spChg>
        <pc:spChg chg="add mod ord">
          <ac:chgData name="Darii, Nicolae" userId="e7d42a24-fdb3-494b-94cf-83df6804dc51" providerId="ADAL" clId="{BACE36D2-CA13-4D4F-A7F4-9918AB460152}" dt="2025-12-12T09:37:45.191" v="1495" actId="14100"/>
          <ac:spMkLst>
            <pc:docMk/>
            <pc:sldMk cId="2273454815" sldId="273"/>
            <ac:spMk id="4" creationId="{AED8DD5D-C4E5-B068-66F4-E173C194F474}"/>
          </ac:spMkLst>
        </pc:spChg>
        <pc:spChg chg="add mod ord">
          <ac:chgData name="Darii, Nicolae" userId="e7d42a24-fdb3-494b-94cf-83df6804dc51" providerId="ADAL" clId="{BACE36D2-CA13-4D4F-A7F4-9918AB460152}" dt="2025-12-12T09:38:19.249" v="1508" actId="14100"/>
          <ac:spMkLst>
            <pc:docMk/>
            <pc:sldMk cId="2273454815" sldId="273"/>
            <ac:spMk id="5" creationId="{C491C77D-C8ED-B5CB-7B42-0CED63C8B623}"/>
          </ac:spMkLst>
        </pc:spChg>
        <pc:spChg chg="add mod">
          <ac:chgData name="Darii, Nicolae" userId="e7d42a24-fdb3-494b-94cf-83df6804dc51" providerId="ADAL" clId="{BACE36D2-CA13-4D4F-A7F4-9918AB460152}" dt="2025-12-12T09:38:15.178" v="1506" actId="571"/>
          <ac:spMkLst>
            <pc:docMk/>
            <pc:sldMk cId="2273454815" sldId="273"/>
            <ac:spMk id="7" creationId="{707E8106-7F2E-08CC-DAFB-652D832B3D5A}"/>
          </ac:spMkLst>
        </pc:spChg>
        <pc:spChg chg="del">
          <ac:chgData name="Darii, Nicolae" userId="e7d42a24-fdb3-494b-94cf-83df6804dc51" providerId="ADAL" clId="{BACE36D2-CA13-4D4F-A7F4-9918AB460152}" dt="2025-12-11T13:18:44.975" v="1231" actId="478"/>
          <ac:spMkLst>
            <pc:docMk/>
            <pc:sldMk cId="2273454815" sldId="273"/>
            <ac:spMk id="7" creationId="{AD528989-B267-5066-025F-59B547D77E5A}"/>
          </ac:spMkLst>
        </pc:spChg>
        <pc:spChg chg="add mod">
          <ac:chgData name="Darii, Nicolae" userId="e7d42a24-fdb3-494b-94cf-83df6804dc51" providerId="ADAL" clId="{BACE36D2-CA13-4D4F-A7F4-9918AB460152}" dt="2025-12-12T09:59:53.998" v="2072" actId="20577"/>
          <ac:spMkLst>
            <pc:docMk/>
            <pc:sldMk cId="2273454815" sldId="273"/>
            <ac:spMk id="8" creationId="{D93251DE-C69D-51F7-28E6-3D94DD32BCCF}"/>
          </ac:spMkLst>
        </pc:spChg>
        <pc:spChg chg="add mod">
          <ac:chgData name="Darii, Nicolae" userId="e7d42a24-fdb3-494b-94cf-83df6804dc51" providerId="ADAL" clId="{BACE36D2-CA13-4D4F-A7F4-9918AB460152}" dt="2025-12-12T10:02:20.427" v="2131"/>
          <ac:spMkLst>
            <pc:docMk/>
            <pc:sldMk cId="2273454815" sldId="273"/>
            <ac:spMk id="9" creationId="{D3AB9BD1-4462-5A09-C42B-003006663F2A}"/>
          </ac:spMkLst>
        </pc:spChg>
        <pc:spChg chg="del">
          <ac:chgData name="Darii, Nicolae" userId="e7d42a24-fdb3-494b-94cf-83df6804dc51" providerId="ADAL" clId="{BACE36D2-CA13-4D4F-A7F4-9918AB460152}" dt="2025-12-11T13:17:50.727" v="1212"/>
          <ac:spMkLst>
            <pc:docMk/>
            <pc:sldMk cId="2273454815" sldId="273"/>
            <ac:spMk id="10" creationId="{EA512BCD-DBA8-F56B-9EEC-6926236833A4}"/>
          </ac:spMkLst>
        </pc:spChg>
        <pc:spChg chg="del">
          <ac:chgData name="Darii, Nicolae" userId="e7d42a24-fdb3-494b-94cf-83df6804dc51" providerId="ADAL" clId="{BACE36D2-CA13-4D4F-A7F4-9918AB460152}" dt="2025-12-11T13:17:50.727" v="1212"/>
          <ac:spMkLst>
            <pc:docMk/>
            <pc:sldMk cId="2273454815" sldId="273"/>
            <ac:spMk id="12" creationId="{E5E9EC37-4017-BD7F-5718-97359F906B31}"/>
          </ac:spMkLst>
        </pc:spChg>
        <pc:spChg chg="del">
          <ac:chgData name="Darii, Nicolae" userId="e7d42a24-fdb3-494b-94cf-83df6804dc51" providerId="ADAL" clId="{BACE36D2-CA13-4D4F-A7F4-9918AB460152}" dt="2025-12-11T13:17:50.727" v="1212"/>
          <ac:spMkLst>
            <pc:docMk/>
            <pc:sldMk cId="2273454815" sldId="273"/>
            <ac:spMk id="14" creationId="{B4496853-31D7-0C0F-D361-2A0148E9F47B}"/>
          </ac:spMkLst>
        </pc:spChg>
        <pc:spChg chg="del">
          <ac:chgData name="Darii, Nicolae" userId="e7d42a24-fdb3-494b-94cf-83df6804dc51" providerId="ADAL" clId="{BACE36D2-CA13-4D4F-A7F4-9918AB460152}" dt="2025-12-11T13:17:50.727" v="1212"/>
          <ac:spMkLst>
            <pc:docMk/>
            <pc:sldMk cId="2273454815" sldId="273"/>
            <ac:spMk id="16" creationId="{C235C2E0-0F75-626D-30F7-C213AC458B80}"/>
          </ac:spMkLst>
        </pc:spChg>
        <pc:spChg chg="del">
          <ac:chgData name="Darii, Nicolae" userId="e7d42a24-fdb3-494b-94cf-83df6804dc51" providerId="ADAL" clId="{BACE36D2-CA13-4D4F-A7F4-9918AB460152}" dt="2025-12-11T13:17:50.727" v="1212"/>
          <ac:spMkLst>
            <pc:docMk/>
            <pc:sldMk cId="2273454815" sldId="273"/>
            <ac:spMk id="18" creationId="{9215DC23-FCE0-7DD0-36FF-C8E9E7614441}"/>
          </ac:spMkLst>
        </pc:spChg>
        <pc:picChg chg="del">
          <ac:chgData name="Darii, Nicolae" userId="e7d42a24-fdb3-494b-94cf-83df6804dc51" providerId="ADAL" clId="{BACE36D2-CA13-4D4F-A7F4-9918AB460152}" dt="2025-12-11T13:18:53.976" v="1237" actId="478"/>
          <ac:picMkLst>
            <pc:docMk/>
            <pc:sldMk cId="2273454815" sldId="273"/>
            <ac:picMk id="5" creationId="{F019D50C-8CB8-3559-5C50-5DBBD13B6278}"/>
          </ac:picMkLst>
        </pc:picChg>
        <pc:picChg chg="add mod">
          <ac:chgData name="Darii, Nicolae" userId="e7d42a24-fdb3-494b-94cf-83df6804dc51" providerId="ADAL" clId="{BACE36D2-CA13-4D4F-A7F4-9918AB460152}" dt="2025-12-12T09:24:30.321" v="1320" actId="1076"/>
          <ac:picMkLst>
            <pc:docMk/>
            <pc:sldMk cId="2273454815" sldId="273"/>
            <ac:picMk id="6" creationId="{F4BA0E26-87BD-35C0-F6F2-EDA927D24F7C}"/>
          </ac:picMkLst>
        </pc:picChg>
        <pc:picChg chg="del">
          <ac:chgData name="Darii, Nicolae" userId="e7d42a24-fdb3-494b-94cf-83df6804dc51" providerId="ADAL" clId="{BACE36D2-CA13-4D4F-A7F4-9918AB460152}" dt="2025-12-11T13:18:55.633" v="1238" actId="478"/>
          <ac:picMkLst>
            <pc:docMk/>
            <pc:sldMk cId="2273454815" sldId="273"/>
            <ac:picMk id="9" creationId="{2909E0BC-15F1-6377-52A0-99B108400CF5}"/>
          </ac:picMkLst>
        </pc:picChg>
        <pc:picChg chg="add mod">
          <ac:chgData name="Darii, Nicolae" userId="e7d42a24-fdb3-494b-94cf-83df6804dc51" providerId="ADAL" clId="{BACE36D2-CA13-4D4F-A7F4-9918AB460152}" dt="2025-12-12T09:38:04.641" v="1502" actId="1076"/>
          <ac:picMkLst>
            <pc:docMk/>
            <pc:sldMk cId="2273454815" sldId="273"/>
            <ac:picMk id="11" creationId="{E4598840-67CC-B76F-B574-D7C8FFDE1B6C}"/>
          </ac:picMkLst>
        </pc:picChg>
        <pc:picChg chg="add mod">
          <ac:chgData name="Darii, Nicolae" userId="e7d42a24-fdb3-494b-94cf-83df6804dc51" providerId="ADAL" clId="{BACE36D2-CA13-4D4F-A7F4-9918AB460152}" dt="2025-12-12T09:37:24.656" v="1487" actId="1076"/>
          <ac:picMkLst>
            <pc:docMk/>
            <pc:sldMk cId="2273454815" sldId="273"/>
            <ac:picMk id="15" creationId="{04FC5AE1-A945-96AD-F505-8CA1E0405A69}"/>
          </ac:picMkLst>
        </pc:picChg>
      </pc:sldChg>
      <pc:sldChg chg="addSp delSp modSp add mod setBg delDesignElem">
        <pc:chgData name="Darii, Nicolae" userId="e7d42a24-fdb3-494b-94cf-83df6804dc51" providerId="ADAL" clId="{BACE36D2-CA13-4D4F-A7F4-9918AB460152}" dt="2025-12-12T09:48:39.455" v="2006" actId="14100"/>
        <pc:sldMkLst>
          <pc:docMk/>
          <pc:sldMk cId="2319422686" sldId="274"/>
        </pc:sldMkLst>
        <pc:spChg chg="mod">
          <ac:chgData name="Darii, Nicolae" userId="e7d42a24-fdb3-494b-94cf-83df6804dc51" providerId="ADAL" clId="{BACE36D2-CA13-4D4F-A7F4-9918AB460152}" dt="2025-12-12T09:48:39.455" v="2006" actId="14100"/>
          <ac:spMkLst>
            <pc:docMk/>
            <pc:sldMk cId="2319422686" sldId="274"/>
            <ac:spMk id="2" creationId="{BD8D0F31-EE5A-0228-EA0B-F68D2A681C5A}"/>
          </ac:spMkLst>
        </pc:spChg>
        <pc:spChg chg="del">
          <ac:chgData name="Darii, Nicolae" userId="e7d42a24-fdb3-494b-94cf-83df6804dc51" providerId="ADAL" clId="{BACE36D2-CA13-4D4F-A7F4-9918AB460152}" dt="2025-12-12T09:40:49.314" v="1545" actId="478"/>
          <ac:spMkLst>
            <pc:docMk/>
            <pc:sldMk cId="2319422686" sldId="274"/>
            <ac:spMk id="3" creationId="{44406BC1-F30D-A380-FD7D-D6A9E6BB1B0A}"/>
          </ac:spMkLst>
        </pc:spChg>
        <pc:spChg chg="add mod">
          <ac:chgData name="Darii, Nicolae" userId="e7d42a24-fdb3-494b-94cf-83df6804dc51" providerId="ADAL" clId="{BACE36D2-CA13-4D4F-A7F4-9918AB460152}" dt="2025-12-12T09:41:55.837" v="1584" actId="14100"/>
          <ac:spMkLst>
            <pc:docMk/>
            <pc:sldMk cId="2319422686" sldId="274"/>
            <ac:spMk id="4" creationId="{7D5D040E-47C8-31C1-6C4B-E4721008FCAF}"/>
          </ac:spMkLst>
        </pc:spChg>
        <pc:spChg chg="add mod">
          <ac:chgData name="Darii, Nicolae" userId="e7d42a24-fdb3-494b-94cf-83df6804dc51" providerId="ADAL" clId="{BACE36D2-CA13-4D4F-A7F4-9918AB460152}" dt="2025-12-12T09:42:12.746" v="1588" actId="207"/>
          <ac:spMkLst>
            <pc:docMk/>
            <pc:sldMk cId="2319422686" sldId="274"/>
            <ac:spMk id="5" creationId="{FEA58347-8100-9D4B-F116-C34E31B66769}"/>
          </ac:spMkLst>
        </pc:spChg>
        <pc:spChg chg="add mod">
          <ac:chgData name="Darii, Nicolae" userId="e7d42a24-fdb3-494b-94cf-83df6804dc51" providerId="ADAL" clId="{BACE36D2-CA13-4D4F-A7F4-9918AB460152}" dt="2025-12-12T09:42:16.459" v="1589" actId="207"/>
          <ac:spMkLst>
            <pc:docMk/>
            <pc:sldMk cId="2319422686" sldId="274"/>
            <ac:spMk id="6" creationId="{EB7FF843-C62D-6ADB-8224-8C5F0D91969C}"/>
          </ac:spMkLst>
        </pc:spChg>
        <pc:spChg chg="add mod">
          <ac:chgData name="Darii, Nicolae" userId="e7d42a24-fdb3-494b-94cf-83df6804dc51" providerId="ADAL" clId="{BACE36D2-CA13-4D4F-A7F4-9918AB460152}" dt="2025-12-12T09:46:41.117" v="1960" actId="207"/>
          <ac:spMkLst>
            <pc:docMk/>
            <pc:sldMk cId="2319422686" sldId="274"/>
            <ac:spMk id="7" creationId="{365250DF-D284-0E91-A8B2-164C1E6FCDA3}"/>
          </ac:spMkLst>
        </pc:spChg>
        <pc:spChg chg="add mod ord">
          <ac:chgData name="Darii, Nicolae" userId="e7d42a24-fdb3-494b-94cf-83df6804dc51" providerId="ADAL" clId="{BACE36D2-CA13-4D4F-A7F4-9918AB460152}" dt="2025-12-12T09:48:18.079" v="1986" actId="166"/>
          <ac:spMkLst>
            <pc:docMk/>
            <pc:sldMk cId="2319422686" sldId="274"/>
            <ac:spMk id="8" creationId="{32F458D7-01EF-9F18-8304-786B8F6DC0EE}"/>
          </ac:spMkLst>
        </pc:spChg>
        <pc:spChg chg="add mod">
          <ac:chgData name="Darii, Nicolae" userId="e7d42a24-fdb3-494b-94cf-83df6804dc51" providerId="ADAL" clId="{BACE36D2-CA13-4D4F-A7F4-9918AB460152}" dt="2025-12-12T09:47:20.853" v="1980" actId="20577"/>
          <ac:spMkLst>
            <pc:docMk/>
            <pc:sldMk cId="2319422686" sldId="274"/>
            <ac:spMk id="9" creationId="{FD2D9D24-DD0D-4DC3-555D-7DCE37EF892E}"/>
          </ac:spMkLst>
        </pc:spChg>
        <pc:spChg chg="del">
          <ac:chgData name="Darii, Nicolae" userId="e7d42a24-fdb3-494b-94cf-83df6804dc51" providerId="ADAL" clId="{BACE36D2-CA13-4D4F-A7F4-9918AB460152}" dt="2025-12-12T09:40:47.996" v="1543" actId="478"/>
          <ac:spMkLst>
            <pc:docMk/>
            <pc:sldMk cId="2319422686" sldId="274"/>
            <ac:spMk id="11" creationId="{64282C3D-D716-A4C0-7D9B-1670CA4F686F}"/>
          </ac:spMkLst>
        </pc:spChg>
        <pc:spChg chg="add mod">
          <ac:chgData name="Darii, Nicolae" userId="e7d42a24-fdb3-494b-94cf-83df6804dc51" providerId="ADAL" clId="{BACE36D2-CA13-4D4F-A7F4-9918AB460152}" dt="2025-12-12T09:47:12.857" v="1972" actId="14100"/>
          <ac:spMkLst>
            <pc:docMk/>
            <pc:sldMk cId="2319422686" sldId="274"/>
            <ac:spMk id="14" creationId="{AD07F74C-B14B-9A69-1A58-BC0EDAC9F6DF}"/>
          </ac:spMkLst>
        </pc:spChg>
        <pc:spChg chg="del">
          <ac:chgData name="Darii, Nicolae" userId="e7d42a24-fdb3-494b-94cf-83df6804dc51" providerId="ADAL" clId="{BACE36D2-CA13-4D4F-A7F4-9918AB460152}" dt="2025-12-12T09:40:30.071" v="1519"/>
          <ac:spMkLst>
            <pc:docMk/>
            <pc:sldMk cId="2319422686" sldId="274"/>
            <ac:spMk id="23" creationId="{07624CB2-E687-A9EB-1F53-1237FB449983}"/>
          </ac:spMkLst>
        </pc:spChg>
        <pc:spChg chg="del">
          <ac:chgData name="Darii, Nicolae" userId="e7d42a24-fdb3-494b-94cf-83df6804dc51" providerId="ADAL" clId="{BACE36D2-CA13-4D4F-A7F4-9918AB460152}" dt="2025-12-12T09:40:30.071" v="1519"/>
          <ac:spMkLst>
            <pc:docMk/>
            <pc:sldMk cId="2319422686" sldId="274"/>
            <ac:spMk id="25" creationId="{374A0307-7D42-5D3B-9F39-A75A53273D83}"/>
          </ac:spMkLst>
        </pc:spChg>
        <pc:spChg chg="del">
          <ac:chgData name="Darii, Nicolae" userId="e7d42a24-fdb3-494b-94cf-83df6804dc51" providerId="ADAL" clId="{BACE36D2-CA13-4D4F-A7F4-9918AB460152}" dt="2025-12-12T09:40:30.071" v="1519"/>
          <ac:spMkLst>
            <pc:docMk/>
            <pc:sldMk cId="2319422686" sldId="274"/>
            <ac:spMk id="27" creationId="{DCA68118-E5C1-4CEB-5D9D-9ABE9FB791B6}"/>
          </ac:spMkLst>
        </pc:spChg>
        <pc:spChg chg="del">
          <ac:chgData name="Darii, Nicolae" userId="e7d42a24-fdb3-494b-94cf-83df6804dc51" providerId="ADAL" clId="{BACE36D2-CA13-4D4F-A7F4-9918AB460152}" dt="2025-12-12T09:40:30.071" v="1519"/>
          <ac:spMkLst>
            <pc:docMk/>
            <pc:sldMk cId="2319422686" sldId="274"/>
            <ac:spMk id="29" creationId="{27408AFF-F800-5E83-CAEB-A029E2C6BF07}"/>
          </ac:spMkLst>
        </pc:spChg>
        <pc:spChg chg="del">
          <ac:chgData name="Darii, Nicolae" userId="e7d42a24-fdb3-494b-94cf-83df6804dc51" providerId="ADAL" clId="{BACE36D2-CA13-4D4F-A7F4-9918AB460152}" dt="2025-12-12T09:40:30.071" v="1519"/>
          <ac:spMkLst>
            <pc:docMk/>
            <pc:sldMk cId="2319422686" sldId="274"/>
            <ac:spMk id="31" creationId="{4090FBD3-1717-644B-0F9A-E72C3F425FB3}"/>
          </ac:spMkLst>
        </pc:spChg>
        <pc:picChg chg="mod">
          <ac:chgData name="Darii, Nicolae" userId="e7d42a24-fdb3-494b-94cf-83df6804dc51" providerId="ADAL" clId="{BACE36D2-CA13-4D4F-A7F4-9918AB460152}" dt="2025-12-12T09:40:54.115" v="1546" actId="1076"/>
          <ac:picMkLst>
            <pc:docMk/>
            <pc:sldMk cId="2319422686" sldId="274"/>
            <ac:picMk id="15" creationId="{4455041E-EA7C-853E-A323-72925FB628E5}"/>
          </ac:picMkLst>
        </pc:picChg>
        <pc:picChg chg="del">
          <ac:chgData name="Darii, Nicolae" userId="e7d42a24-fdb3-494b-94cf-83df6804dc51" providerId="ADAL" clId="{BACE36D2-CA13-4D4F-A7F4-9918AB460152}" dt="2025-12-12T09:40:48.829" v="1544" actId="478"/>
          <ac:picMkLst>
            <pc:docMk/>
            <pc:sldMk cId="2319422686" sldId="274"/>
            <ac:picMk id="19" creationId="{ED70890C-41D6-1D08-383B-E3518FC9350D}"/>
          </ac:picMkLst>
        </pc:picChg>
        <pc:cxnChg chg="add mod">
          <ac:chgData name="Darii, Nicolae" userId="e7d42a24-fdb3-494b-94cf-83df6804dc51" providerId="ADAL" clId="{BACE36D2-CA13-4D4F-A7F4-9918AB460152}" dt="2025-12-12T09:45:50.968" v="1874" actId="14100"/>
          <ac:cxnSpMkLst>
            <pc:docMk/>
            <pc:sldMk cId="2319422686" sldId="274"/>
            <ac:cxnSpMk id="12" creationId="{FC8E2A74-E4AE-51E0-DE32-EADC51874E14}"/>
          </ac:cxnSpMkLst>
        </pc:cxnChg>
        <pc:cxnChg chg="add mod">
          <ac:chgData name="Darii, Nicolae" userId="e7d42a24-fdb3-494b-94cf-83df6804dc51" providerId="ADAL" clId="{BACE36D2-CA13-4D4F-A7F4-9918AB460152}" dt="2025-12-12T09:48:10.702" v="1985" actId="693"/>
          <ac:cxnSpMkLst>
            <pc:docMk/>
            <pc:sldMk cId="2319422686" sldId="274"/>
            <ac:cxnSpMk id="17" creationId="{8198832F-9673-CCA3-82B1-7B298751749A}"/>
          </ac:cxnSpMkLst>
        </pc:cxnChg>
      </pc:sldChg>
      <pc:sldMasterChg chg="del delSldLayout">
        <pc:chgData name="Darii, Nicolae" userId="e7d42a24-fdb3-494b-94cf-83df6804dc51" providerId="ADAL" clId="{BACE36D2-CA13-4D4F-A7F4-9918AB460152}" dt="2025-12-11T12:41:36.238" v="34" actId="26606"/>
        <pc:sldMasterMkLst>
          <pc:docMk/>
          <pc:sldMasterMk cId="1975878705" sldId="2147483648"/>
        </pc:sldMasterMkLst>
        <pc:sldLayoutChg chg="del">
          <pc:chgData name="Darii, Nicolae" userId="e7d42a24-fdb3-494b-94cf-83df6804dc51" providerId="ADAL" clId="{BACE36D2-CA13-4D4F-A7F4-9918AB460152}" dt="2025-12-11T12:41:36.238" v="34" actId="26606"/>
          <pc:sldLayoutMkLst>
            <pc:docMk/>
            <pc:sldMasterMk cId="1975878705" sldId="2147483648"/>
            <pc:sldLayoutMk cId="331061061" sldId="2147483649"/>
          </pc:sldLayoutMkLst>
        </pc:sldLayoutChg>
        <pc:sldLayoutChg chg="del">
          <pc:chgData name="Darii, Nicolae" userId="e7d42a24-fdb3-494b-94cf-83df6804dc51" providerId="ADAL" clId="{BACE36D2-CA13-4D4F-A7F4-9918AB460152}" dt="2025-12-11T12:41:36.238" v="34" actId="26606"/>
          <pc:sldLayoutMkLst>
            <pc:docMk/>
            <pc:sldMasterMk cId="1975878705" sldId="2147483648"/>
            <pc:sldLayoutMk cId="3388328668" sldId="2147483650"/>
          </pc:sldLayoutMkLst>
        </pc:sldLayoutChg>
        <pc:sldLayoutChg chg="del">
          <pc:chgData name="Darii, Nicolae" userId="e7d42a24-fdb3-494b-94cf-83df6804dc51" providerId="ADAL" clId="{BACE36D2-CA13-4D4F-A7F4-9918AB460152}" dt="2025-12-11T12:41:36.238" v="34" actId="26606"/>
          <pc:sldLayoutMkLst>
            <pc:docMk/>
            <pc:sldMasterMk cId="1975878705" sldId="2147483648"/>
            <pc:sldLayoutMk cId="524772613" sldId="2147483651"/>
          </pc:sldLayoutMkLst>
        </pc:sldLayoutChg>
        <pc:sldLayoutChg chg="del">
          <pc:chgData name="Darii, Nicolae" userId="e7d42a24-fdb3-494b-94cf-83df6804dc51" providerId="ADAL" clId="{BACE36D2-CA13-4D4F-A7F4-9918AB460152}" dt="2025-12-11T12:41:36.238" v="34" actId="26606"/>
          <pc:sldLayoutMkLst>
            <pc:docMk/>
            <pc:sldMasterMk cId="1975878705" sldId="2147483648"/>
            <pc:sldLayoutMk cId="2935245248" sldId="2147483652"/>
          </pc:sldLayoutMkLst>
        </pc:sldLayoutChg>
        <pc:sldLayoutChg chg="del">
          <pc:chgData name="Darii, Nicolae" userId="e7d42a24-fdb3-494b-94cf-83df6804dc51" providerId="ADAL" clId="{BACE36D2-CA13-4D4F-A7F4-9918AB460152}" dt="2025-12-11T12:41:36.238" v="34" actId="26606"/>
          <pc:sldLayoutMkLst>
            <pc:docMk/>
            <pc:sldMasterMk cId="1975878705" sldId="2147483648"/>
            <pc:sldLayoutMk cId="2944660003" sldId="2147483653"/>
          </pc:sldLayoutMkLst>
        </pc:sldLayoutChg>
        <pc:sldLayoutChg chg="del">
          <pc:chgData name="Darii, Nicolae" userId="e7d42a24-fdb3-494b-94cf-83df6804dc51" providerId="ADAL" clId="{BACE36D2-CA13-4D4F-A7F4-9918AB460152}" dt="2025-12-11T12:41:36.238" v="34" actId="26606"/>
          <pc:sldLayoutMkLst>
            <pc:docMk/>
            <pc:sldMasterMk cId="1975878705" sldId="2147483648"/>
            <pc:sldLayoutMk cId="2066823798" sldId="2147483654"/>
          </pc:sldLayoutMkLst>
        </pc:sldLayoutChg>
        <pc:sldLayoutChg chg="del">
          <pc:chgData name="Darii, Nicolae" userId="e7d42a24-fdb3-494b-94cf-83df6804dc51" providerId="ADAL" clId="{BACE36D2-CA13-4D4F-A7F4-9918AB460152}" dt="2025-12-11T12:41:36.238" v="34" actId="26606"/>
          <pc:sldLayoutMkLst>
            <pc:docMk/>
            <pc:sldMasterMk cId="1975878705" sldId="2147483648"/>
            <pc:sldLayoutMk cId="1975783799" sldId="2147483655"/>
          </pc:sldLayoutMkLst>
        </pc:sldLayoutChg>
        <pc:sldLayoutChg chg="del">
          <pc:chgData name="Darii, Nicolae" userId="e7d42a24-fdb3-494b-94cf-83df6804dc51" providerId="ADAL" clId="{BACE36D2-CA13-4D4F-A7F4-9918AB460152}" dt="2025-12-11T12:41:36.238" v="34" actId="26606"/>
          <pc:sldLayoutMkLst>
            <pc:docMk/>
            <pc:sldMasterMk cId="1975878705" sldId="2147483648"/>
            <pc:sldLayoutMk cId="3950971607" sldId="2147483656"/>
          </pc:sldLayoutMkLst>
        </pc:sldLayoutChg>
        <pc:sldLayoutChg chg="del">
          <pc:chgData name="Darii, Nicolae" userId="e7d42a24-fdb3-494b-94cf-83df6804dc51" providerId="ADAL" clId="{BACE36D2-CA13-4D4F-A7F4-9918AB460152}" dt="2025-12-11T12:41:36.238" v="34" actId="26606"/>
          <pc:sldLayoutMkLst>
            <pc:docMk/>
            <pc:sldMasterMk cId="1975878705" sldId="2147483648"/>
            <pc:sldLayoutMk cId="2945416773" sldId="2147483657"/>
          </pc:sldLayoutMkLst>
        </pc:sldLayoutChg>
        <pc:sldLayoutChg chg="del">
          <pc:chgData name="Darii, Nicolae" userId="e7d42a24-fdb3-494b-94cf-83df6804dc51" providerId="ADAL" clId="{BACE36D2-CA13-4D4F-A7F4-9918AB460152}" dt="2025-12-11T12:41:36.238" v="34" actId="26606"/>
          <pc:sldLayoutMkLst>
            <pc:docMk/>
            <pc:sldMasterMk cId="1975878705" sldId="2147483648"/>
            <pc:sldLayoutMk cId="1182351968" sldId="2147483658"/>
          </pc:sldLayoutMkLst>
        </pc:sldLayoutChg>
        <pc:sldLayoutChg chg="del">
          <pc:chgData name="Darii, Nicolae" userId="e7d42a24-fdb3-494b-94cf-83df6804dc51" providerId="ADAL" clId="{BACE36D2-CA13-4D4F-A7F4-9918AB460152}" dt="2025-12-11T12:41:36.238" v="34" actId="26606"/>
          <pc:sldLayoutMkLst>
            <pc:docMk/>
            <pc:sldMasterMk cId="1975878705" sldId="2147483648"/>
            <pc:sldLayoutMk cId="2895808971" sldId="2147483659"/>
          </pc:sldLayoutMkLst>
        </pc:sldLayoutChg>
      </pc:sldMasterChg>
      <pc:sldMasterChg chg="add addSldLayout">
        <pc:chgData name="Darii, Nicolae" userId="e7d42a24-fdb3-494b-94cf-83df6804dc51" providerId="ADAL" clId="{BACE36D2-CA13-4D4F-A7F4-9918AB460152}" dt="2025-12-11T12:41:36.238" v="34" actId="26606"/>
        <pc:sldMasterMkLst>
          <pc:docMk/>
          <pc:sldMasterMk cId="1385455997" sldId="2147483699"/>
        </pc:sldMasterMkLst>
        <pc:sldLayoutChg chg="add">
          <pc:chgData name="Darii, Nicolae" userId="e7d42a24-fdb3-494b-94cf-83df6804dc51" providerId="ADAL" clId="{BACE36D2-CA13-4D4F-A7F4-9918AB460152}" dt="2025-12-11T12:41:36.238" v="34" actId="26606"/>
          <pc:sldLayoutMkLst>
            <pc:docMk/>
            <pc:sldMasterMk cId="1385455997" sldId="2147483699"/>
            <pc:sldLayoutMk cId="3645245215" sldId="2147483688"/>
          </pc:sldLayoutMkLst>
        </pc:sldLayoutChg>
        <pc:sldLayoutChg chg="add">
          <pc:chgData name="Darii, Nicolae" userId="e7d42a24-fdb3-494b-94cf-83df6804dc51" providerId="ADAL" clId="{BACE36D2-CA13-4D4F-A7F4-9918AB460152}" dt="2025-12-11T12:41:36.238" v="34" actId="26606"/>
          <pc:sldLayoutMkLst>
            <pc:docMk/>
            <pc:sldMasterMk cId="1385455997" sldId="2147483699"/>
            <pc:sldLayoutMk cId="4228331274" sldId="2147483689"/>
          </pc:sldLayoutMkLst>
        </pc:sldLayoutChg>
        <pc:sldLayoutChg chg="add">
          <pc:chgData name="Darii, Nicolae" userId="e7d42a24-fdb3-494b-94cf-83df6804dc51" providerId="ADAL" clId="{BACE36D2-CA13-4D4F-A7F4-9918AB460152}" dt="2025-12-11T12:41:36.238" v="34" actId="26606"/>
          <pc:sldLayoutMkLst>
            <pc:docMk/>
            <pc:sldMasterMk cId="1385455997" sldId="2147483699"/>
            <pc:sldLayoutMk cId="3925226331" sldId="2147483690"/>
          </pc:sldLayoutMkLst>
        </pc:sldLayoutChg>
        <pc:sldLayoutChg chg="add">
          <pc:chgData name="Darii, Nicolae" userId="e7d42a24-fdb3-494b-94cf-83df6804dc51" providerId="ADAL" clId="{BACE36D2-CA13-4D4F-A7F4-9918AB460152}" dt="2025-12-11T12:41:36.238" v="34" actId="26606"/>
          <pc:sldLayoutMkLst>
            <pc:docMk/>
            <pc:sldMasterMk cId="1385455997" sldId="2147483699"/>
            <pc:sldLayoutMk cId="3991224410" sldId="2147483691"/>
          </pc:sldLayoutMkLst>
        </pc:sldLayoutChg>
        <pc:sldLayoutChg chg="add">
          <pc:chgData name="Darii, Nicolae" userId="e7d42a24-fdb3-494b-94cf-83df6804dc51" providerId="ADAL" clId="{BACE36D2-CA13-4D4F-A7F4-9918AB460152}" dt="2025-12-11T12:41:36.238" v="34" actId="26606"/>
          <pc:sldLayoutMkLst>
            <pc:docMk/>
            <pc:sldMasterMk cId="1385455997" sldId="2147483699"/>
            <pc:sldLayoutMk cId="3027141149" sldId="2147483692"/>
          </pc:sldLayoutMkLst>
        </pc:sldLayoutChg>
        <pc:sldLayoutChg chg="add">
          <pc:chgData name="Darii, Nicolae" userId="e7d42a24-fdb3-494b-94cf-83df6804dc51" providerId="ADAL" clId="{BACE36D2-CA13-4D4F-A7F4-9918AB460152}" dt="2025-12-11T12:41:36.238" v="34" actId="26606"/>
          <pc:sldLayoutMkLst>
            <pc:docMk/>
            <pc:sldMasterMk cId="1385455997" sldId="2147483699"/>
            <pc:sldLayoutMk cId="2176836885" sldId="2147483693"/>
          </pc:sldLayoutMkLst>
        </pc:sldLayoutChg>
        <pc:sldLayoutChg chg="add">
          <pc:chgData name="Darii, Nicolae" userId="e7d42a24-fdb3-494b-94cf-83df6804dc51" providerId="ADAL" clId="{BACE36D2-CA13-4D4F-A7F4-9918AB460152}" dt="2025-12-11T12:41:36.238" v="34" actId="26606"/>
          <pc:sldLayoutMkLst>
            <pc:docMk/>
            <pc:sldMasterMk cId="1385455997" sldId="2147483699"/>
            <pc:sldLayoutMk cId="3222752185" sldId="2147483694"/>
          </pc:sldLayoutMkLst>
        </pc:sldLayoutChg>
        <pc:sldLayoutChg chg="add">
          <pc:chgData name="Darii, Nicolae" userId="e7d42a24-fdb3-494b-94cf-83df6804dc51" providerId="ADAL" clId="{BACE36D2-CA13-4D4F-A7F4-9918AB460152}" dt="2025-12-11T12:41:36.238" v="34" actId="26606"/>
          <pc:sldLayoutMkLst>
            <pc:docMk/>
            <pc:sldMasterMk cId="1385455997" sldId="2147483699"/>
            <pc:sldLayoutMk cId="2262381305" sldId="2147483695"/>
          </pc:sldLayoutMkLst>
        </pc:sldLayoutChg>
        <pc:sldLayoutChg chg="add">
          <pc:chgData name="Darii, Nicolae" userId="e7d42a24-fdb3-494b-94cf-83df6804dc51" providerId="ADAL" clId="{BACE36D2-CA13-4D4F-A7F4-9918AB460152}" dt="2025-12-11T12:41:36.238" v="34" actId="26606"/>
          <pc:sldLayoutMkLst>
            <pc:docMk/>
            <pc:sldMasterMk cId="1385455997" sldId="2147483699"/>
            <pc:sldLayoutMk cId="1442585860" sldId="2147483696"/>
          </pc:sldLayoutMkLst>
        </pc:sldLayoutChg>
        <pc:sldLayoutChg chg="add">
          <pc:chgData name="Darii, Nicolae" userId="e7d42a24-fdb3-494b-94cf-83df6804dc51" providerId="ADAL" clId="{BACE36D2-CA13-4D4F-A7F4-9918AB460152}" dt="2025-12-11T12:41:36.238" v="34" actId="26606"/>
          <pc:sldLayoutMkLst>
            <pc:docMk/>
            <pc:sldMasterMk cId="1385455997" sldId="2147483699"/>
            <pc:sldLayoutMk cId="912259236" sldId="2147483697"/>
          </pc:sldLayoutMkLst>
        </pc:sldLayoutChg>
        <pc:sldLayoutChg chg="add">
          <pc:chgData name="Darii, Nicolae" userId="e7d42a24-fdb3-494b-94cf-83df6804dc51" providerId="ADAL" clId="{BACE36D2-CA13-4D4F-A7F4-9918AB460152}" dt="2025-12-11T12:41:36.238" v="34" actId="26606"/>
          <pc:sldLayoutMkLst>
            <pc:docMk/>
            <pc:sldMasterMk cId="1385455997" sldId="2147483699"/>
            <pc:sldLayoutMk cId="3932349443" sldId="2147483698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175987F-202A-4B99-9180-750226C5518F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 phldr="1"/>
      <dgm:spPr/>
    </dgm:pt>
    <dgm:pt modelId="{BC14E60B-435C-4E00-81F2-7A1E9E7AA54D}">
      <dgm:prSet phldrT="[Text]" custT="1"/>
      <dgm:spPr/>
      <dgm:t>
        <a:bodyPr/>
        <a:lstStyle/>
        <a:p>
          <a:r>
            <a:rPr lang="en-US" sz="1600" dirty="0"/>
            <a:t>Select </a:t>
          </a:r>
          <a:r>
            <a:rPr lang="en-US" sz="1600" b="1" dirty="0"/>
            <a:t>reference signals</a:t>
          </a:r>
          <a:br>
            <a:rPr lang="en-US" sz="1600" dirty="0"/>
          </a:br>
          <a:r>
            <a:rPr lang="en-US" sz="1600" dirty="0"/>
            <a:t>(e.g. Pref = 0.5 </a:t>
          </a:r>
          <a:r>
            <a:rPr lang="en-US" sz="1600" dirty="0" err="1"/>
            <a:t>pu</a:t>
          </a:r>
          <a:r>
            <a:rPr lang="en-US" sz="1600" dirty="0"/>
            <a:t>)</a:t>
          </a:r>
        </a:p>
      </dgm:t>
    </dgm:pt>
    <dgm:pt modelId="{E1E0ABB2-F821-42BC-BD62-CBBEDAFA9621}" type="parTrans" cxnId="{31CA30BD-C6A3-4D5F-8D3C-BA7BC071EBB3}">
      <dgm:prSet/>
      <dgm:spPr/>
      <dgm:t>
        <a:bodyPr/>
        <a:lstStyle/>
        <a:p>
          <a:endParaRPr lang="en-US" sz="2800"/>
        </a:p>
      </dgm:t>
    </dgm:pt>
    <dgm:pt modelId="{EBC6751B-DB22-4CB9-A977-5D93AD2D5331}" type="sibTrans" cxnId="{31CA30BD-C6A3-4D5F-8D3C-BA7BC071EBB3}">
      <dgm:prSet phldrT="1" phldr="0" custT="1"/>
      <dgm:spPr/>
      <dgm:t>
        <a:bodyPr/>
        <a:lstStyle/>
        <a:p>
          <a:r>
            <a:rPr lang="en-US" sz="4400"/>
            <a:t>1</a:t>
          </a:r>
        </a:p>
      </dgm:t>
    </dgm:pt>
    <dgm:pt modelId="{58676EB3-1D91-4F39-9082-50C651390EC1}">
      <dgm:prSet phldrT="[Text]" custT="1"/>
      <dgm:spPr/>
      <dgm:t>
        <a:bodyPr/>
        <a:lstStyle/>
        <a:p>
          <a:r>
            <a:rPr lang="en-US" sz="1800" b="1" dirty="0"/>
            <a:t>Run EMT </a:t>
          </a:r>
          <a:r>
            <a:rPr lang="en-US" sz="1800" dirty="0"/>
            <a:t>and reach steady state condition</a:t>
          </a:r>
        </a:p>
      </dgm:t>
    </dgm:pt>
    <dgm:pt modelId="{A269D7A9-CFEF-4719-AF1F-4D87A2F6B7B0}" type="parTrans" cxnId="{C0C4B032-E809-4E61-ABAC-6D29F921A9C4}">
      <dgm:prSet/>
      <dgm:spPr/>
      <dgm:t>
        <a:bodyPr/>
        <a:lstStyle/>
        <a:p>
          <a:endParaRPr lang="en-US" sz="2800"/>
        </a:p>
      </dgm:t>
    </dgm:pt>
    <dgm:pt modelId="{A511744C-E201-4A0A-AC9B-926E48685232}" type="sibTrans" cxnId="{C0C4B032-E809-4E61-ABAC-6D29F921A9C4}">
      <dgm:prSet phldrT="2" phldr="0" custT="1"/>
      <dgm:spPr/>
      <dgm:t>
        <a:bodyPr/>
        <a:lstStyle/>
        <a:p>
          <a:r>
            <a:rPr lang="en-US" sz="4400"/>
            <a:t>2</a:t>
          </a:r>
        </a:p>
      </dgm:t>
    </dgm:pt>
    <dgm:pt modelId="{0296154B-3F9D-41F3-A396-CE87BBE69559}">
      <dgm:prSet phldrT="[Text]" custT="1"/>
      <dgm:spPr/>
      <dgm:t>
        <a:bodyPr/>
        <a:lstStyle/>
        <a:p>
          <a:r>
            <a:rPr lang="en-US" sz="1600" dirty="0"/>
            <a:t>Extract: states and designated variables at </a:t>
          </a:r>
          <a:r>
            <a:rPr lang="en-US" sz="1600" b="1" dirty="0"/>
            <a:t>steady state</a:t>
          </a:r>
        </a:p>
      </dgm:t>
    </dgm:pt>
    <dgm:pt modelId="{AB025D64-FDDF-4CC9-8374-0FA8B8340BFE}" type="parTrans" cxnId="{9A3C4CE9-7C65-4DD2-9239-12434F96654C}">
      <dgm:prSet/>
      <dgm:spPr/>
      <dgm:t>
        <a:bodyPr/>
        <a:lstStyle/>
        <a:p>
          <a:endParaRPr lang="en-US" sz="2800"/>
        </a:p>
      </dgm:t>
    </dgm:pt>
    <dgm:pt modelId="{EDCE164F-E108-4478-92FA-1ECD6BFC8A87}" type="sibTrans" cxnId="{9A3C4CE9-7C65-4DD2-9239-12434F96654C}">
      <dgm:prSet phldrT="3" phldr="0" custT="1"/>
      <dgm:spPr/>
      <dgm:t>
        <a:bodyPr/>
        <a:lstStyle/>
        <a:p>
          <a:r>
            <a:rPr lang="en-US" sz="4400"/>
            <a:t>3</a:t>
          </a:r>
        </a:p>
      </dgm:t>
    </dgm:pt>
    <dgm:pt modelId="{5B7ADFAD-3E49-46AF-AFD3-14B90495FE24}">
      <dgm:prSet phldrT="[Text]" custT="1"/>
      <dgm:spPr/>
      <dgm:t>
        <a:bodyPr/>
        <a:lstStyle/>
        <a:p>
          <a:pPr algn="l"/>
          <a:r>
            <a:rPr lang="en-US" sz="1500" dirty="0"/>
            <a:t>Substitute </a:t>
          </a:r>
          <a:r>
            <a:rPr lang="en-US" sz="1500" b="1" dirty="0"/>
            <a:t>initial condition </a:t>
          </a:r>
          <a:r>
            <a:rPr lang="en-US" sz="1500" dirty="0"/>
            <a:t>in the Symbolic Linearized State Space Elements</a:t>
          </a:r>
        </a:p>
      </dgm:t>
    </dgm:pt>
    <dgm:pt modelId="{5FCC5AA9-2E35-48E9-A00B-15AD3E2172B2}" type="parTrans" cxnId="{58B899E8-8D31-4C1E-96A6-36400768FF01}">
      <dgm:prSet/>
      <dgm:spPr/>
      <dgm:t>
        <a:bodyPr/>
        <a:lstStyle/>
        <a:p>
          <a:endParaRPr lang="en-US" sz="2800"/>
        </a:p>
      </dgm:t>
    </dgm:pt>
    <dgm:pt modelId="{5D2A139B-1686-449E-902D-CBD2854F1CE1}" type="sibTrans" cxnId="{58B899E8-8D31-4C1E-96A6-36400768FF01}">
      <dgm:prSet phldrT="4" phldr="0" custT="1"/>
      <dgm:spPr/>
      <dgm:t>
        <a:bodyPr/>
        <a:lstStyle/>
        <a:p>
          <a:r>
            <a:rPr lang="en-US" sz="4400"/>
            <a:t>4</a:t>
          </a:r>
        </a:p>
      </dgm:t>
    </dgm:pt>
    <dgm:pt modelId="{970850E8-D97E-4827-ACB7-79C6B67D98D5}">
      <dgm:prSet phldrT="[Text]" custT="1"/>
      <dgm:spPr/>
      <dgm:t>
        <a:bodyPr/>
        <a:lstStyle/>
        <a:p>
          <a:r>
            <a:rPr lang="en-US" sz="1600" b="1" dirty="0"/>
            <a:t>Connect</a:t>
          </a:r>
          <a:r>
            <a:rPr lang="en-US" sz="1600" dirty="0"/>
            <a:t> the state space elements</a:t>
          </a:r>
        </a:p>
      </dgm:t>
    </dgm:pt>
    <dgm:pt modelId="{7662D6B9-8546-41AB-9FF0-0E9E98ED8333}" type="parTrans" cxnId="{B419DC4F-89D8-47F5-B13D-9D344AE6A790}">
      <dgm:prSet/>
      <dgm:spPr/>
      <dgm:t>
        <a:bodyPr/>
        <a:lstStyle/>
        <a:p>
          <a:endParaRPr lang="en-US" sz="2800"/>
        </a:p>
      </dgm:t>
    </dgm:pt>
    <dgm:pt modelId="{3E883A92-8087-41A9-B434-9A6AB8785A00}" type="sibTrans" cxnId="{B419DC4F-89D8-47F5-B13D-9D344AE6A790}">
      <dgm:prSet phldrT="5" phldr="0" custT="1"/>
      <dgm:spPr/>
      <dgm:t>
        <a:bodyPr/>
        <a:lstStyle/>
        <a:p>
          <a:r>
            <a:rPr lang="en-US" sz="4400"/>
            <a:t>5</a:t>
          </a:r>
        </a:p>
      </dgm:t>
    </dgm:pt>
    <dgm:pt modelId="{7258B31D-ABA3-4DFC-9870-15E4886A1ACC}">
      <dgm:prSet phldrT="[Text]" custT="1"/>
      <dgm:spPr/>
      <dgm:t>
        <a:bodyPr/>
        <a:lstStyle/>
        <a:p>
          <a:r>
            <a:rPr lang="en-US" sz="1600" b="1" dirty="0"/>
            <a:t>Compare</a:t>
          </a:r>
          <a:r>
            <a:rPr lang="en-US" sz="1600" dirty="0"/>
            <a:t> the EMT small signal response with the State-Space one</a:t>
          </a:r>
        </a:p>
      </dgm:t>
    </dgm:pt>
    <dgm:pt modelId="{7056C13F-93A2-415C-B632-6A6B0BC34FA4}" type="parTrans" cxnId="{6516CA03-E2FE-45BC-901F-D554FB45F8F2}">
      <dgm:prSet/>
      <dgm:spPr/>
      <dgm:t>
        <a:bodyPr/>
        <a:lstStyle/>
        <a:p>
          <a:endParaRPr lang="en-US" sz="2800"/>
        </a:p>
      </dgm:t>
    </dgm:pt>
    <dgm:pt modelId="{80B97EBF-C90B-47BF-B080-E761E6215882}" type="sibTrans" cxnId="{6516CA03-E2FE-45BC-901F-D554FB45F8F2}">
      <dgm:prSet phldrT="6" phldr="0" custT="1"/>
      <dgm:spPr/>
      <dgm:t>
        <a:bodyPr/>
        <a:lstStyle/>
        <a:p>
          <a:r>
            <a:rPr lang="en-US" sz="4400"/>
            <a:t>6</a:t>
          </a:r>
        </a:p>
      </dgm:t>
    </dgm:pt>
    <dgm:pt modelId="{B88A6532-B786-4C9A-B0FF-89A3501A40B5}" type="pres">
      <dgm:prSet presAssocID="{9175987F-202A-4B99-9180-750226C5518F}" presName="Name0" presStyleCnt="0">
        <dgm:presLayoutVars>
          <dgm:animLvl val="lvl"/>
          <dgm:resizeHandles val="exact"/>
        </dgm:presLayoutVars>
      </dgm:prSet>
      <dgm:spPr/>
    </dgm:pt>
    <dgm:pt modelId="{F2DFDB68-5593-4626-A9A9-A31D28D1F060}" type="pres">
      <dgm:prSet presAssocID="{BC14E60B-435C-4E00-81F2-7A1E9E7AA54D}" presName="compositeNode" presStyleCnt="0">
        <dgm:presLayoutVars>
          <dgm:bulletEnabled val="1"/>
        </dgm:presLayoutVars>
      </dgm:prSet>
      <dgm:spPr/>
    </dgm:pt>
    <dgm:pt modelId="{7CB080B8-B669-4E95-9724-084D8A4C5421}" type="pres">
      <dgm:prSet presAssocID="{BC14E60B-435C-4E00-81F2-7A1E9E7AA54D}" presName="bgRect" presStyleLbl="bgAccFollowNode1" presStyleIdx="0" presStyleCnt="6"/>
      <dgm:spPr/>
    </dgm:pt>
    <dgm:pt modelId="{4A61DA00-3E02-43B7-A5C1-36DD721937A2}" type="pres">
      <dgm:prSet presAssocID="{EBC6751B-DB22-4CB9-A977-5D93AD2D5331}" presName="sibTransNodeCircle" presStyleLbl="alignNode1" presStyleIdx="0" presStyleCnt="12">
        <dgm:presLayoutVars>
          <dgm:chMax val="0"/>
          <dgm:bulletEnabled/>
        </dgm:presLayoutVars>
      </dgm:prSet>
      <dgm:spPr/>
    </dgm:pt>
    <dgm:pt modelId="{80E4A881-A482-4E14-8E53-23C2199995F7}" type="pres">
      <dgm:prSet presAssocID="{BC14E60B-435C-4E00-81F2-7A1E9E7AA54D}" presName="bottomLine" presStyleLbl="alignNode1" presStyleIdx="1" presStyleCnt="12">
        <dgm:presLayoutVars/>
      </dgm:prSet>
      <dgm:spPr/>
    </dgm:pt>
    <dgm:pt modelId="{5F45A0E3-D5CE-432A-A297-C93C21C5A736}" type="pres">
      <dgm:prSet presAssocID="{BC14E60B-435C-4E00-81F2-7A1E9E7AA54D}" presName="nodeText" presStyleLbl="bgAccFollowNode1" presStyleIdx="0" presStyleCnt="6">
        <dgm:presLayoutVars>
          <dgm:bulletEnabled val="1"/>
        </dgm:presLayoutVars>
      </dgm:prSet>
      <dgm:spPr/>
    </dgm:pt>
    <dgm:pt modelId="{6B76EDA2-45C3-4A94-941E-87CA2944366F}" type="pres">
      <dgm:prSet presAssocID="{EBC6751B-DB22-4CB9-A977-5D93AD2D5331}" presName="sibTrans" presStyleCnt="0"/>
      <dgm:spPr/>
    </dgm:pt>
    <dgm:pt modelId="{9B4684DF-09CD-4527-A876-B7079FD5EB7C}" type="pres">
      <dgm:prSet presAssocID="{58676EB3-1D91-4F39-9082-50C651390EC1}" presName="compositeNode" presStyleCnt="0">
        <dgm:presLayoutVars>
          <dgm:bulletEnabled val="1"/>
        </dgm:presLayoutVars>
      </dgm:prSet>
      <dgm:spPr/>
    </dgm:pt>
    <dgm:pt modelId="{0BF34A07-2BEA-4E3F-AC35-AA584B05600A}" type="pres">
      <dgm:prSet presAssocID="{58676EB3-1D91-4F39-9082-50C651390EC1}" presName="bgRect" presStyleLbl="bgAccFollowNode1" presStyleIdx="1" presStyleCnt="6"/>
      <dgm:spPr/>
    </dgm:pt>
    <dgm:pt modelId="{6A59D364-C957-4843-BA3A-C579BAB3C4E1}" type="pres">
      <dgm:prSet presAssocID="{A511744C-E201-4A0A-AC9B-926E48685232}" presName="sibTransNodeCircle" presStyleLbl="alignNode1" presStyleIdx="2" presStyleCnt="12">
        <dgm:presLayoutVars>
          <dgm:chMax val="0"/>
          <dgm:bulletEnabled/>
        </dgm:presLayoutVars>
      </dgm:prSet>
      <dgm:spPr/>
    </dgm:pt>
    <dgm:pt modelId="{8B2294B0-D324-47A3-9EAA-398772571C7A}" type="pres">
      <dgm:prSet presAssocID="{58676EB3-1D91-4F39-9082-50C651390EC1}" presName="bottomLine" presStyleLbl="alignNode1" presStyleIdx="3" presStyleCnt="12">
        <dgm:presLayoutVars/>
      </dgm:prSet>
      <dgm:spPr/>
    </dgm:pt>
    <dgm:pt modelId="{EA5E2249-E185-4D75-A991-40C9260E2471}" type="pres">
      <dgm:prSet presAssocID="{58676EB3-1D91-4F39-9082-50C651390EC1}" presName="nodeText" presStyleLbl="bgAccFollowNode1" presStyleIdx="1" presStyleCnt="6">
        <dgm:presLayoutVars>
          <dgm:bulletEnabled val="1"/>
        </dgm:presLayoutVars>
      </dgm:prSet>
      <dgm:spPr/>
    </dgm:pt>
    <dgm:pt modelId="{1A8F3ED0-85C3-40DF-9006-9F0BD7ACB05E}" type="pres">
      <dgm:prSet presAssocID="{A511744C-E201-4A0A-AC9B-926E48685232}" presName="sibTrans" presStyleCnt="0"/>
      <dgm:spPr/>
    </dgm:pt>
    <dgm:pt modelId="{CFD2C7D0-B7F9-46E6-AAF6-E4231B81C66E}" type="pres">
      <dgm:prSet presAssocID="{0296154B-3F9D-41F3-A396-CE87BBE69559}" presName="compositeNode" presStyleCnt="0">
        <dgm:presLayoutVars>
          <dgm:bulletEnabled val="1"/>
        </dgm:presLayoutVars>
      </dgm:prSet>
      <dgm:spPr/>
    </dgm:pt>
    <dgm:pt modelId="{7DE47CF7-B966-45C3-B6C4-05D044A3C999}" type="pres">
      <dgm:prSet presAssocID="{0296154B-3F9D-41F3-A396-CE87BBE69559}" presName="bgRect" presStyleLbl="bgAccFollowNode1" presStyleIdx="2" presStyleCnt="6"/>
      <dgm:spPr/>
    </dgm:pt>
    <dgm:pt modelId="{52A27107-5C81-4905-AFC3-31F6470C29B7}" type="pres">
      <dgm:prSet presAssocID="{EDCE164F-E108-4478-92FA-1ECD6BFC8A87}" presName="sibTransNodeCircle" presStyleLbl="alignNode1" presStyleIdx="4" presStyleCnt="12">
        <dgm:presLayoutVars>
          <dgm:chMax val="0"/>
          <dgm:bulletEnabled/>
        </dgm:presLayoutVars>
      </dgm:prSet>
      <dgm:spPr/>
    </dgm:pt>
    <dgm:pt modelId="{D8427881-BB79-45D2-B101-3F1B32BBB3A7}" type="pres">
      <dgm:prSet presAssocID="{0296154B-3F9D-41F3-A396-CE87BBE69559}" presName="bottomLine" presStyleLbl="alignNode1" presStyleIdx="5" presStyleCnt="12">
        <dgm:presLayoutVars/>
      </dgm:prSet>
      <dgm:spPr/>
    </dgm:pt>
    <dgm:pt modelId="{1FB43DD9-6413-4DE5-B4C4-3D72345CB366}" type="pres">
      <dgm:prSet presAssocID="{0296154B-3F9D-41F3-A396-CE87BBE69559}" presName="nodeText" presStyleLbl="bgAccFollowNode1" presStyleIdx="2" presStyleCnt="6">
        <dgm:presLayoutVars>
          <dgm:bulletEnabled val="1"/>
        </dgm:presLayoutVars>
      </dgm:prSet>
      <dgm:spPr/>
    </dgm:pt>
    <dgm:pt modelId="{1845FE92-CCD5-49B1-88E3-D90D9CD41BBB}" type="pres">
      <dgm:prSet presAssocID="{EDCE164F-E108-4478-92FA-1ECD6BFC8A87}" presName="sibTrans" presStyleCnt="0"/>
      <dgm:spPr/>
    </dgm:pt>
    <dgm:pt modelId="{3F1A5995-8653-4A55-AA36-E5F05647B0F6}" type="pres">
      <dgm:prSet presAssocID="{5B7ADFAD-3E49-46AF-AFD3-14B90495FE24}" presName="compositeNode" presStyleCnt="0">
        <dgm:presLayoutVars>
          <dgm:bulletEnabled val="1"/>
        </dgm:presLayoutVars>
      </dgm:prSet>
      <dgm:spPr/>
    </dgm:pt>
    <dgm:pt modelId="{35297335-5680-4A9F-AF06-DFD0838D3D51}" type="pres">
      <dgm:prSet presAssocID="{5B7ADFAD-3E49-46AF-AFD3-14B90495FE24}" presName="bgRect" presStyleLbl="bgAccFollowNode1" presStyleIdx="3" presStyleCnt="6"/>
      <dgm:spPr/>
    </dgm:pt>
    <dgm:pt modelId="{8DB4BF61-0774-4B95-982E-219954305811}" type="pres">
      <dgm:prSet presAssocID="{5D2A139B-1686-449E-902D-CBD2854F1CE1}" presName="sibTransNodeCircle" presStyleLbl="alignNode1" presStyleIdx="6" presStyleCnt="12">
        <dgm:presLayoutVars>
          <dgm:chMax val="0"/>
          <dgm:bulletEnabled/>
        </dgm:presLayoutVars>
      </dgm:prSet>
      <dgm:spPr/>
    </dgm:pt>
    <dgm:pt modelId="{27417890-8E8F-450F-9CB7-C61E3ED4723A}" type="pres">
      <dgm:prSet presAssocID="{5B7ADFAD-3E49-46AF-AFD3-14B90495FE24}" presName="bottomLine" presStyleLbl="alignNode1" presStyleIdx="7" presStyleCnt="12">
        <dgm:presLayoutVars/>
      </dgm:prSet>
      <dgm:spPr/>
    </dgm:pt>
    <dgm:pt modelId="{FA49A277-2382-4F15-AD3A-47CEB17FC430}" type="pres">
      <dgm:prSet presAssocID="{5B7ADFAD-3E49-46AF-AFD3-14B90495FE24}" presName="nodeText" presStyleLbl="bgAccFollowNode1" presStyleIdx="3" presStyleCnt="6">
        <dgm:presLayoutVars>
          <dgm:bulletEnabled val="1"/>
        </dgm:presLayoutVars>
      </dgm:prSet>
      <dgm:spPr/>
    </dgm:pt>
    <dgm:pt modelId="{FD559ECD-B572-4B1C-B61C-87D94D0D3DFA}" type="pres">
      <dgm:prSet presAssocID="{5D2A139B-1686-449E-902D-CBD2854F1CE1}" presName="sibTrans" presStyleCnt="0"/>
      <dgm:spPr/>
    </dgm:pt>
    <dgm:pt modelId="{D538FBC8-B5C1-4179-B5E9-30EE0B5B363D}" type="pres">
      <dgm:prSet presAssocID="{970850E8-D97E-4827-ACB7-79C6B67D98D5}" presName="compositeNode" presStyleCnt="0">
        <dgm:presLayoutVars>
          <dgm:bulletEnabled val="1"/>
        </dgm:presLayoutVars>
      </dgm:prSet>
      <dgm:spPr/>
    </dgm:pt>
    <dgm:pt modelId="{EB1ACC97-26FA-47EC-AD89-022D6D27A67F}" type="pres">
      <dgm:prSet presAssocID="{970850E8-D97E-4827-ACB7-79C6B67D98D5}" presName="bgRect" presStyleLbl="bgAccFollowNode1" presStyleIdx="4" presStyleCnt="6"/>
      <dgm:spPr/>
    </dgm:pt>
    <dgm:pt modelId="{4C728D02-5D00-4D85-8FBB-E3B217E27664}" type="pres">
      <dgm:prSet presAssocID="{3E883A92-8087-41A9-B434-9A6AB8785A00}" presName="sibTransNodeCircle" presStyleLbl="alignNode1" presStyleIdx="8" presStyleCnt="12">
        <dgm:presLayoutVars>
          <dgm:chMax val="0"/>
          <dgm:bulletEnabled/>
        </dgm:presLayoutVars>
      </dgm:prSet>
      <dgm:spPr/>
    </dgm:pt>
    <dgm:pt modelId="{15C6F374-1176-438B-9BBA-07BB6C689780}" type="pres">
      <dgm:prSet presAssocID="{970850E8-D97E-4827-ACB7-79C6B67D98D5}" presName="bottomLine" presStyleLbl="alignNode1" presStyleIdx="9" presStyleCnt="12">
        <dgm:presLayoutVars/>
      </dgm:prSet>
      <dgm:spPr/>
    </dgm:pt>
    <dgm:pt modelId="{79C2D6F4-9E46-4A87-B4EE-48BFEE386A50}" type="pres">
      <dgm:prSet presAssocID="{970850E8-D97E-4827-ACB7-79C6B67D98D5}" presName="nodeText" presStyleLbl="bgAccFollowNode1" presStyleIdx="4" presStyleCnt="6">
        <dgm:presLayoutVars>
          <dgm:bulletEnabled val="1"/>
        </dgm:presLayoutVars>
      </dgm:prSet>
      <dgm:spPr/>
    </dgm:pt>
    <dgm:pt modelId="{90A74B8E-EEA8-4EC9-BBBE-0A346D3BC264}" type="pres">
      <dgm:prSet presAssocID="{3E883A92-8087-41A9-B434-9A6AB8785A00}" presName="sibTrans" presStyleCnt="0"/>
      <dgm:spPr/>
    </dgm:pt>
    <dgm:pt modelId="{2DFB3591-A398-4E07-8FB2-7A93B1E6C36A}" type="pres">
      <dgm:prSet presAssocID="{7258B31D-ABA3-4DFC-9870-15E4886A1ACC}" presName="compositeNode" presStyleCnt="0">
        <dgm:presLayoutVars>
          <dgm:bulletEnabled val="1"/>
        </dgm:presLayoutVars>
      </dgm:prSet>
      <dgm:spPr/>
    </dgm:pt>
    <dgm:pt modelId="{3C62F97B-53B1-40E2-9CB1-5A6D551A4F5A}" type="pres">
      <dgm:prSet presAssocID="{7258B31D-ABA3-4DFC-9870-15E4886A1ACC}" presName="bgRect" presStyleLbl="bgAccFollowNode1" presStyleIdx="5" presStyleCnt="6"/>
      <dgm:spPr/>
    </dgm:pt>
    <dgm:pt modelId="{4774D9F9-07C8-4D31-81F5-B3FBCE6A42FF}" type="pres">
      <dgm:prSet presAssocID="{80B97EBF-C90B-47BF-B080-E761E6215882}" presName="sibTransNodeCircle" presStyleLbl="alignNode1" presStyleIdx="10" presStyleCnt="12">
        <dgm:presLayoutVars>
          <dgm:chMax val="0"/>
          <dgm:bulletEnabled/>
        </dgm:presLayoutVars>
      </dgm:prSet>
      <dgm:spPr/>
    </dgm:pt>
    <dgm:pt modelId="{C0874231-2BF2-4354-A292-DB6EE394C807}" type="pres">
      <dgm:prSet presAssocID="{7258B31D-ABA3-4DFC-9870-15E4886A1ACC}" presName="bottomLine" presStyleLbl="alignNode1" presStyleIdx="11" presStyleCnt="12">
        <dgm:presLayoutVars/>
      </dgm:prSet>
      <dgm:spPr/>
    </dgm:pt>
    <dgm:pt modelId="{F0142301-DFEB-452D-90A4-D5F250432832}" type="pres">
      <dgm:prSet presAssocID="{7258B31D-ABA3-4DFC-9870-15E4886A1ACC}" presName="nodeText" presStyleLbl="bgAccFollowNode1" presStyleIdx="5" presStyleCnt="6">
        <dgm:presLayoutVars>
          <dgm:bulletEnabled val="1"/>
        </dgm:presLayoutVars>
      </dgm:prSet>
      <dgm:spPr/>
    </dgm:pt>
  </dgm:ptLst>
  <dgm:cxnLst>
    <dgm:cxn modelId="{6516CA03-E2FE-45BC-901F-D554FB45F8F2}" srcId="{9175987F-202A-4B99-9180-750226C5518F}" destId="{7258B31D-ABA3-4DFC-9870-15E4886A1ACC}" srcOrd="5" destOrd="0" parTransId="{7056C13F-93A2-415C-B632-6A6B0BC34FA4}" sibTransId="{80B97EBF-C90B-47BF-B080-E761E6215882}"/>
    <dgm:cxn modelId="{45DAF204-32FC-4671-9783-74883E9615C3}" type="presOf" srcId="{A511744C-E201-4A0A-AC9B-926E48685232}" destId="{6A59D364-C957-4843-BA3A-C579BAB3C4E1}" srcOrd="0" destOrd="0" presId="urn:microsoft.com/office/officeart/2016/7/layout/BasicLinearProcessNumbered"/>
    <dgm:cxn modelId="{A9837C14-5BFA-454C-8EFD-94AD62834733}" type="presOf" srcId="{58676EB3-1D91-4F39-9082-50C651390EC1}" destId="{EA5E2249-E185-4D75-A991-40C9260E2471}" srcOrd="1" destOrd="0" presId="urn:microsoft.com/office/officeart/2016/7/layout/BasicLinearProcessNumbered"/>
    <dgm:cxn modelId="{1AF9FF17-8D33-48F7-8712-A7D831720B25}" type="presOf" srcId="{BC14E60B-435C-4E00-81F2-7A1E9E7AA54D}" destId="{5F45A0E3-D5CE-432A-A297-C93C21C5A736}" srcOrd="1" destOrd="0" presId="urn:microsoft.com/office/officeart/2016/7/layout/BasicLinearProcessNumbered"/>
    <dgm:cxn modelId="{C0C4B032-E809-4E61-ABAC-6D29F921A9C4}" srcId="{9175987F-202A-4B99-9180-750226C5518F}" destId="{58676EB3-1D91-4F39-9082-50C651390EC1}" srcOrd="1" destOrd="0" parTransId="{A269D7A9-CFEF-4719-AF1F-4D87A2F6B7B0}" sibTransId="{A511744C-E201-4A0A-AC9B-926E48685232}"/>
    <dgm:cxn modelId="{19CFDD43-272B-48D9-BF48-F8A8ECE52158}" type="presOf" srcId="{0296154B-3F9D-41F3-A396-CE87BBE69559}" destId="{7DE47CF7-B966-45C3-B6C4-05D044A3C999}" srcOrd="0" destOrd="0" presId="urn:microsoft.com/office/officeart/2016/7/layout/BasicLinearProcessNumbered"/>
    <dgm:cxn modelId="{194E0565-4E50-496D-8778-AED6982F5840}" type="presOf" srcId="{970850E8-D97E-4827-ACB7-79C6B67D98D5}" destId="{EB1ACC97-26FA-47EC-AD89-022D6D27A67F}" srcOrd="0" destOrd="0" presId="urn:microsoft.com/office/officeart/2016/7/layout/BasicLinearProcessNumbered"/>
    <dgm:cxn modelId="{B419DC4F-89D8-47F5-B13D-9D344AE6A790}" srcId="{9175987F-202A-4B99-9180-750226C5518F}" destId="{970850E8-D97E-4827-ACB7-79C6B67D98D5}" srcOrd="4" destOrd="0" parTransId="{7662D6B9-8546-41AB-9FF0-0E9E98ED8333}" sibTransId="{3E883A92-8087-41A9-B434-9A6AB8785A00}"/>
    <dgm:cxn modelId="{41078C50-A630-4F09-B89E-36EE65284032}" type="presOf" srcId="{7258B31D-ABA3-4DFC-9870-15E4886A1ACC}" destId="{F0142301-DFEB-452D-90A4-D5F250432832}" srcOrd="1" destOrd="0" presId="urn:microsoft.com/office/officeart/2016/7/layout/BasicLinearProcessNumbered"/>
    <dgm:cxn modelId="{23936971-37C5-46D0-A2EC-04561AD8F8A7}" type="presOf" srcId="{9175987F-202A-4B99-9180-750226C5518F}" destId="{B88A6532-B786-4C9A-B0FF-89A3501A40B5}" srcOrd="0" destOrd="0" presId="urn:microsoft.com/office/officeart/2016/7/layout/BasicLinearProcessNumbered"/>
    <dgm:cxn modelId="{60C89852-E226-46B8-8341-8C3606FB171B}" type="presOf" srcId="{970850E8-D97E-4827-ACB7-79C6B67D98D5}" destId="{79C2D6F4-9E46-4A87-B4EE-48BFEE386A50}" srcOrd="1" destOrd="0" presId="urn:microsoft.com/office/officeart/2016/7/layout/BasicLinearProcessNumbered"/>
    <dgm:cxn modelId="{75661553-FFF8-42D8-9469-747DCF1CC494}" type="presOf" srcId="{5D2A139B-1686-449E-902D-CBD2854F1CE1}" destId="{8DB4BF61-0774-4B95-982E-219954305811}" srcOrd="0" destOrd="0" presId="urn:microsoft.com/office/officeart/2016/7/layout/BasicLinearProcessNumbered"/>
    <dgm:cxn modelId="{6D567E7C-9A59-4C76-A08E-5548DCEC2AE8}" type="presOf" srcId="{7258B31D-ABA3-4DFC-9870-15E4886A1ACC}" destId="{3C62F97B-53B1-40E2-9CB1-5A6D551A4F5A}" srcOrd="0" destOrd="0" presId="urn:microsoft.com/office/officeart/2016/7/layout/BasicLinearProcessNumbered"/>
    <dgm:cxn modelId="{94780185-2182-4B14-BA40-EBE210F0678A}" type="presOf" srcId="{3E883A92-8087-41A9-B434-9A6AB8785A00}" destId="{4C728D02-5D00-4D85-8FBB-E3B217E27664}" srcOrd="0" destOrd="0" presId="urn:microsoft.com/office/officeart/2016/7/layout/BasicLinearProcessNumbered"/>
    <dgm:cxn modelId="{46BAE38C-8E90-4989-AD56-9B75A7CF053C}" type="presOf" srcId="{0296154B-3F9D-41F3-A396-CE87BBE69559}" destId="{1FB43DD9-6413-4DE5-B4C4-3D72345CB366}" srcOrd="1" destOrd="0" presId="urn:microsoft.com/office/officeart/2016/7/layout/BasicLinearProcessNumbered"/>
    <dgm:cxn modelId="{6CE2F39E-BED9-4B38-BA10-DDFFA611F8C2}" type="presOf" srcId="{5B7ADFAD-3E49-46AF-AFD3-14B90495FE24}" destId="{35297335-5680-4A9F-AF06-DFD0838D3D51}" srcOrd="0" destOrd="0" presId="urn:microsoft.com/office/officeart/2016/7/layout/BasicLinearProcessNumbered"/>
    <dgm:cxn modelId="{77694ABC-A13F-43DE-A121-D926D6102D4F}" type="presOf" srcId="{BC14E60B-435C-4E00-81F2-7A1E9E7AA54D}" destId="{7CB080B8-B669-4E95-9724-084D8A4C5421}" srcOrd="0" destOrd="0" presId="urn:microsoft.com/office/officeart/2016/7/layout/BasicLinearProcessNumbered"/>
    <dgm:cxn modelId="{31CA30BD-C6A3-4D5F-8D3C-BA7BC071EBB3}" srcId="{9175987F-202A-4B99-9180-750226C5518F}" destId="{BC14E60B-435C-4E00-81F2-7A1E9E7AA54D}" srcOrd="0" destOrd="0" parTransId="{E1E0ABB2-F821-42BC-BD62-CBBEDAFA9621}" sibTransId="{EBC6751B-DB22-4CB9-A977-5D93AD2D5331}"/>
    <dgm:cxn modelId="{7E5506DE-B748-4C9C-B365-273E8FCFE2E0}" type="presOf" srcId="{EDCE164F-E108-4478-92FA-1ECD6BFC8A87}" destId="{52A27107-5C81-4905-AFC3-31F6470C29B7}" srcOrd="0" destOrd="0" presId="urn:microsoft.com/office/officeart/2016/7/layout/BasicLinearProcessNumbered"/>
    <dgm:cxn modelId="{D2D2BADF-69B4-4954-B69D-97F187DE8A2C}" type="presOf" srcId="{80B97EBF-C90B-47BF-B080-E761E6215882}" destId="{4774D9F9-07C8-4D31-81F5-B3FBCE6A42FF}" srcOrd="0" destOrd="0" presId="urn:microsoft.com/office/officeart/2016/7/layout/BasicLinearProcessNumbered"/>
    <dgm:cxn modelId="{12F0EFE0-CCAD-4A63-A281-A38EE5737122}" type="presOf" srcId="{5B7ADFAD-3E49-46AF-AFD3-14B90495FE24}" destId="{FA49A277-2382-4F15-AD3A-47CEB17FC430}" srcOrd="1" destOrd="0" presId="urn:microsoft.com/office/officeart/2016/7/layout/BasicLinearProcessNumbered"/>
    <dgm:cxn modelId="{94791AE1-4872-4415-AD07-55BB5B873C53}" type="presOf" srcId="{EBC6751B-DB22-4CB9-A977-5D93AD2D5331}" destId="{4A61DA00-3E02-43B7-A5C1-36DD721937A2}" srcOrd="0" destOrd="0" presId="urn:microsoft.com/office/officeart/2016/7/layout/BasicLinearProcessNumbered"/>
    <dgm:cxn modelId="{58B899E8-8D31-4C1E-96A6-36400768FF01}" srcId="{9175987F-202A-4B99-9180-750226C5518F}" destId="{5B7ADFAD-3E49-46AF-AFD3-14B90495FE24}" srcOrd="3" destOrd="0" parTransId="{5FCC5AA9-2E35-48E9-A00B-15AD3E2172B2}" sibTransId="{5D2A139B-1686-449E-902D-CBD2854F1CE1}"/>
    <dgm:cxn modelId="{9A3C4CE9-7C65-4DD2-9239-12434F96654C}" srcId="{9175987F-202A-4B99-9180-750226C5518F}" destId="{0296154B-3F9D-41F3-A396-CE87BBE69559}" srcOrd="2" destOrd="0" parTransId="{AB025D64-FDDF-4CC9-8374-0FA8B8340BFE}" sibTransId="{EDCE164F-E108-4478-92FA-1ECD6BFC8A87}"/>
    <dgm:cxn modelId="{104ADDF1-C7B1-4F6D-888F-CAFF9FFBE856}" type="presOf" srcId="{58676EB3-1D91-4F39-9082-50C651390EC1}" destId="{0BF34A07-2BEA-4E3F-AC35-AA584B05600A}" srcOrd="0" destOrd="0" presId="urn:microsoft.com/office/officeart/2016/7/layout/BasicLinearProcessNumbered"/>
    <dgm:cxn modelId="{C23F5FB3-2CE0-45FC-A964-45E5E8774D58}" type="presParOf" srcId="{B88A6532-B786-4C9A-B0FF-89A3501A40B5}" destId="{F2DFDB68-5593-4626-A9A9-A31D28D1F060}" srcOrd="0" destOrd="0" presId="urn:microsoft.com/office/officeart/2016/7/layout/BasicLinearProcessNumbered"/>
    <dgm:cxn modelId="{D3D9583B-D8E8-4751-B09A-19C6C5405CC8}" type="presParOf" srcId="{F2DFDB68-5593-4626-A9A9-A31D28D1F060}" destId="{7CB080B8-B669-4E95-9724-084D8A4C5421}" srcOrd="0" destOrd="0" presId="urn:microsoft.com/office/officeart/2016/7/layout/BasicLinearProcessNumbered"/>
    <dgm:cxn modelId="{218B28B4-7EAE-4B1D-A4A4-2CA72E60F8BE}" type="presParOf" srcId="{F2DFDB68-5593-4626-A9A9-A31D28D1F060}" destId="{4A61DA00-3E02-43B7-A5C1-36DD721937A2}" srcOrd="1" destOrd="0" presId="urn:microsoft.com/office/officeart/2016/7/layout/BasicLinearProcessNumbered"/>
    <dgm:cxn modelId="{6494B23C-F2E8-47AC-A706-9BDB9AB0E5D1}" type="presParOf" srcId="{F2DFDB68-5593-4626-A9A9-A31D28D1F060}" destId="{80E4A881-A482-4E14-8E53-23C2199995F7}" srcOrd="2" destOrd="0" presId="urn:microsoft.com/office/officeart/2016/7/layout/BasicLinearProcessNumbered"/>
    <dgm:cxn modelId="{BD71E975-6ACC-47F1-84C9-C8615819E42B}" type="presParOf" srcId="{F2DFDB68-5593-4626-A9A9-A31D28D1F060}" destId="{5F45A0E3-D5CE-432A-A297-C93C21C5A736}" srcOrd="3" destOrd="0" presId="urn:microsoft.com/office/officeart/2016/7/layout/BasicLinearProcessNumbered"/>
    <dgm:cxn modelId="{962B58BC-4C79-4307-9A80-A7A3D7147A11}" type="presParOf" srcId="{B88A6532-B786-4C9A-B0FF-89A3501A40B5}" destId="{6B76EDA2-45C3-4A94-941E-87CA2944366F}" srcOrd="1" destOrd="0" presId="urn:microsoft.com/office/officeart/2016/7/layout/BasicLinearProcessNumbered"/>
    <dgm:cxn modelId="{D986D03E-F5A7-4B38-B221-D39B1D978B36}" type="presParOf" srcId="{B88A6532-B786-4C9A-B0FF-89A3501A40B5}" destId="{9B4684DF-09CD-4527-A876-B7079FD5EB7C}" srcOrd="2" destOrd="0" presId="urn:microsoft.com/office/officeart/2016/7/layout/BasicLinearProcessNumbered"/>
    <dgm:cxn modelId="{E95447F3-1223-4C3F-8A11-56F8986F2CFB}" type="presParOf" srcId="{9B4684DF-09CD-4527-A876-B7079FD5EB7C}" destId="{0BF34A07-2BEA-4E3F-AC35-AA584B05600A}" srcOrd="0" destOrd="0" presId="urn:microsoft.com/office/officeart/2016/7/layout/BasicLinearProcessNumbered"/>
    <dgm:cxn modelId="{FC6B1372-727C-4E73-9FE7-D76DE377FFCF}" type="presParOf" srcId="{9B4684DF-09CD-4527-A876-B7079FD5EB7C}" destId="{6A59D364-C957-4843-BA3A-C579BAB3C4E1}" srcOrd="1" destOrd="0" presId="urn:microsoft.com/office/officeart/2016/7/layout/BasicLinearProcessNumbered"/>
    <dgm:cxn modelId="{F11723F3-8564-43A2-BBA1-3717041B6BA8}" type="presParOf" srcId="{9B4684DF-09CD-4527-A876-B7079FD5EB7C}" destId="{8B2294B0-D324-47A3-9EAA-398772571C7A}" srcOrd="2" destOrd="0" presId="urn:microsoft.com/office/officeart/2016/7/layout/BasicLinearProcessNumbered"/>
    <dgm:cxn modelId="{C25CE14C-7212-4243-B726-7777EB5368C3}" type="presParOf" srcId="{9B4684DF-09CD-4527-A876-B7079FD5EB7C}" destId="{EA5E2249-E185-4D75-A991-40C9260E2471}" srcOrd="3" destOrd="0" presId="urn:microsoft.com/office/officeart/2016/7/layout/BasicLinearProcessNumbered"/>
    <dgm:cxn modelId="{EA4CB56D-8BB0-4AB3-9024-BB669B9FE52B}" type="presParOf" srcId="{B88A6532-B786-4C9A-B0FF-89A3501A40B5}" destId="{1A8F3ED0-85C3-40DF-9006-9F0BD7ACB05E}" srcOrd="3" destOrd="0" presId="urn:microsoft.com/office/officeart/2016/7/layout/BasicLinearProcessNumbered"/>
    <dgm:cxn modelId="{A241A916-40E4-4EAB-9B32-33AC429D4204}" type="presParOf" srcId="{B88A6532-B786-4C9A-B0FF-89A3501A40B5}" destId="{CFD2C7D0-B7F9-46E6-AAF6-E4231B81C66E}" srcOrd="4" destOrd="0" presId="urn:microsoft.com/office/officeart/2016/7/layout/BasicLinearProcessNumbered"/>
    <dgm:cxn modelId="{8A07E037-3F85-4F9B-9885-C5C7BCD254CA}" type="presParOf" srcId="{CFD2C7D0-B7F9-46E6-AAF6-E4231B81C66E}" destId="{7DE47CF7-B966-45C3-B6C4-05D044A3C999}" srcOrd="0" destOrd="0" presId="urn:microsoft.com/office/officeart/2016/7/layout/BasicLinearProcessNumbered"/>
    <dgm:cxn modelId="{651B217E-DCCE-4969-B035-042014AD2046}" type="presParOf" srcId="{CFD2C7D0-B7F9-46E6-AAF6-E4231B81C66E}" destId="{52A27107-5C81-4905-AFC3-31F6470C29B7}" srcOrd="1" destOrd="0" presId="urn:microsoft.com/office/officeart/2016/7/layout/BasicLinearProcessNumbered"/>
    <dgm:cxn modelId="{C104C9C3-164F-4259-9C63-C9414678E52C}" type="presParOf" srcId="{CFD2C7D0-B7F9-46E6-AAF6-E4231B81C66E}" destId="{D8427881-BB79-45D2-B101-3F1B32BBB3A7}" srcOrd="2" destOrd="0" presId="urn:microsoft.com/office/officeart/2016/7/layout/BasicLinearProcessNumbered"/>
    <dgm:cxn modelId="{76F7263D-1F1E-46C3-9AB2-73E3308C2B26}" type="presParOf" srcId="{CFD2C7D0-B7F9-46E6-AAF6-E4231B81C66E}" destId="{1FB43DD9-6413-4DE5-B4C4-3D72345CB366}" srcOrd="3" destOrd="0" presId="urn:microsoft.com/office/officeart/2016/7/layout/BasicLinearProcessNumbered"/>
    <dgm:cxn modelId="{6B106250-BAFD-4064-AF0F-2E7D175B14F0}" type="presParOf" srcId="{B88A6532-B786-4C9A-B0FF-89A3501A40B5}" destId="{1845FE92-CCD5-49B1-88E3-D90D9CD41BBB}" srcOrd="5" destOrd="0" presId="urn:microsoft.com/office/officeart/2016/7/layout/BasicLinearProcessNumbered"/>
    <dgm:cxn modelId="{9752A38A-9C4D-4A40-8F2F-58C7BF0C2250}" type="presParOf" srcId="{B88A6532-B786-4C9A-B0FF-89A3501A40B5}" destId="{3F1A5995-8653-4A55-AA36-E5F05647B0F6}" srcOrd="6" destOrd="0" presId="urn:microsoft.com/office/officeart/2016/7/layout/BasicLinearProcessNumbered"/>
    <dgm:cxn modelId="{E7037BE9-FB08-4FB9-93A3-314679735EFF}" type="presParOf" srcId="{3F1A5995-8653-4A55-AA36-E5F05647B0F6}" destId="{35297335-5680-4A9F-AF06-DFD0838D3D51}" srcOrd="0" destOrd="0" presId="urn:microsoft.com/office/officeart/2016/7/layout/BasicLinearProcessNumbered"/>
    <dgm:cxn modelId="{48273FCF-FC3F-430B-88ED-59B311DB0257}" type="presParOf" srcId="{3F1A5995-8653-4A55-AA36-E5F05647B0F6}" destId="{8DB4BF61-0774-4B95-982E-219954305811}" srcOrd="1" destOrd="0" presId="urn:microsoft.com/office/officeart/2016/7/layout/BasicLinearProcessNumbered"/>
    <dgm:cxn modelId="{42B47A87-CEE3-4188-8F72-5915066175B0}" type="presParOf" srcId="{3F1A5995-8653-4A55-AA36-E5F05647B0F6}" destId="{27417890-8E8F-450F-9CB7-C61E3ED4723A}" srcOrd="2" destOrd="0" presId="urn:microsoft.com/office/officeart/2016/7/layout/BasicLinearProcessNumbered"/>
    <dgm:cxn modelId="{2EC604CF-AED0-41A4-BD4D-37F6E2488004}" type="presParOf" srcId="{3F1A5995-8653-4A55-AA36-E5F05647B0F6}" destId="{FA49A277-2382-4F15-AD3A-47CEB17FC430}" srcOrd="3" destOrd="0" presId="urn:microsoft.com/office/officeart/2016/7/layout/BasicLinearProcessNumbered"/>
    <dgm:cxn modelId="{7416E1D1-12D8-4789-B0E4-28BBBDFED46C}" type="presParOf" srcId="{B88A6532-B786-4C9A-B0FF-89A3501A40B5}" destId="{FD559ECD-B572-4B1C-B61C-87D94D0D3DFA}" srcOrd="7" destOrd="0" presId="urn:microsoft.com/office/officeart/2016/7/layout/BasicLinearProcessNumbered"/>
    <dgm:cxn modelId="{BC6D07B7-6CF1-440B-A095-1756F599BFD9}" type="presParOf" srcId="{B88A6532-B786-4C9A-B0FF-89A3501A40B5}" destId="{D538FBC8-B5C1-4179-B5E9-30EE0B5B363D}" srcOrd="8" destOrd="0" presId="urn:microsoft.com/office/officeart/2016/7/layout/BasicLinearProcessNumbered"/>
    <dgm:cxn modelId="{DA5C3654-8F9E-44C3-987D-06C348DAC7DA}" type="presParOf" srcId="{D538FBC8-B5C1-4179-B5E9-30EE0B5B363D}" destId="{EB1ACC97-26FA-47EC-AD89-022D6D27A67F}" srcOrd="0" destOrd="0" presId="urn:microsoft.com/office/officeart/2016/7/layout/BasicLinearProcessNumbered"/>
    <dgm:cxn modelId="{458D1E46-7C48-4E07-A69A-D65BDA95C74F}" type="presParOf" srcId="{D538FBC8-B5C1-4179-B5E9-30EE0B5B363D}" destId="{4C728D02-5D00-4D85-8FBB-E3B217E27664}" srcOrd="1" destOrd="0" presId="urn:microsoft.com/office/officeart/2016/7/layout/BasicLinearProcessNumbered"/>
    <dgm:cxn modelId="{50C61905-4890-4E5C-8C48-CB6F10384BCE}" type="presParOf" srcId="{D538FBC8-B5C1-4179-B5E9-30EE0B5B363D}" destId="{15C6F374-1176-438B-9BBA-07BB6C689780}" srcOrd="2" destOrd="0" presId="urn:microsoft.com/office/officeart/2016/7/layout/BasicLinearProcessNumbered"/>
    <dgm:cxn modelId="{A231C42C-A81C-40C8-8E99-68CF6B395B27}" type="presParOf" srcId="{D538FBC8-B5C1-4179-B5E9-30EE0B5B363D}" destId="{79C2D6F4-9E46-4A87-B4EE-48BFEE386A50}" srcOrd="3" destOrd="0" presId="urn:microsoft.com/office/officeart/2016/7/layout/BasicLinearProcessNumbered"/>
    <dgm:cxn modelId="{6137480A-EFA7-419A-8065-2ECB36444B43}" type="presParOf" srcId="{B88A6532-B786-4C9A-B0FF-89A3501A40B5}" destId="{90A74B8E-EEA8-4EC9-BBBE-0A346D3BC264}" srcOrd="9" destOrd="0" presId="urn:microsoft.com/office/officeart/2016/7/layout/BasicLinearProcessNumbered"/>
    <dgm:cxn modelId="{A2677C04-4769-447F-B456-02E047E7D5B1}" type="presParOf" srcId="{B88A6532-B786-4C9A-B0FF-89A3501A40B5}" destId="{2DFB3591-A398-4E07-8FB2-7A93B1E6C36A}" srcOrd="10" destOrd="0" presId="urn:microsoft.com/office/officeart/2016/7/layout/BasicLinearProcessNumbered"/>
    <dgm:cxn modelId="{5D46A374-FFD9-47FC-8809-899BE4AF3760}" type="presParOf" srcId="{2DFB3591-A398-4E07-8FB2-7A93B1E6C36A}" destId="{3C62F97B-53B1-40E2-9CB1-5A6D551A4F5A}" srcOrd="0" destOrd="0" presId="urn:microsoft.com/office/officeart/2016/7/layout/BasicLinearProcessNumbered"/>
    <dgm:cxn modelId="{5C6AB58B-F985-4A16-8314-4D2C05904355}" type="presParOf" srcId="{2DFB3591-A398-4E07-8FB2-7A93B1E6C36A}" destId="{4774D9F9-07C8-4D31-81F5-B3FBCE6A42FF}" srcOrd="1" destOrd="0" presId="urn:microsoft.com/office/officeart/2016/7/layout/BasicLinearProcessNumbered"/>
    <dgm:cxn modelId="{82AC9D4A-1745-4D3C-8879-A821254DBD7B}" type="presParOf" srcId="{2DFB3591-A398-4E07-8FB2-7A93B1E6C36A}" destId="{C0874231-2BF2-4354-A292-DB6EE394C807}" srcOrd="2" destOrd="0" presId="urn:microsoft.com/office/officeart/2016/7/layout/BasicLinearProcessNumbered"/>
    <dgm:cxn modelId="{7F0F0F6D-0E4B-454C-B80B-AFE2D74D8B3E}" type="presParOf" srcId="{2DFB3591-A398-4E07-8FB2-7A93B1E6C36A}" destId="{F0142301-DFEB-452D-90A4-D5F250432832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B080B8-B669-4E95-9724-084D8A4C5421}">
      <dsp:nvSpPr>
        <dsp:cNvPr id="0" name=""/>
        <dsp:cNvSpPr/>
      </dsp:nvSpPr>
      <dsp:spPr>
        <a:xfrm>
          <a:off x="1361" y="682344"/>
          <a:ext cx="1716034" cy="2402448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789" tIns="330200" rIns="133789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Select </a:t>
          </a:r>
          <a:r>
            <a:rPr lang="en-US" sz="1600" b="1" kern="1200" dirty="0"/>
            <a:t>reference signals</a:t>
          </a:r>
          <a:br>
            <a:rPr lang="en-US" sz="1600" kern="1200" dirty="0"/>
          </a:br>
          <a:r>
            <a:rPr lang="en-US" sz="1600" kern="1200" dirty="0"/>
            <a:t>(e.g. Pref = 0.5 </a:t>
          </a:r>
          <a:r>
            <a:rPr lang="en-US" sz="1600" kern="1200" dirty="0" err="1"/>
            <a:t>pu</a:t>
          </a:r>
          <a:r>
            <a:rPr lang="en-US" sz="1600" kern="1200" dirty="0"/>
            <a:t>)</a:t>
          </a:r>
        </a:p>
      </dsp:txBody>
      <dsp:txXfrm>
        <a:off x="1361" y="1595275"/>
        <a:ext cx="1716034" cy="1441469"/>
      </dsp:txXfrm>
    </dsp:sp>
    <dsp:sp modelId="{4A61DA00-3E02-43B7-A5C1-36DD721937A2}">
      <dsp:nvSpPr>
        <dsp:cNvPr id="0" name=""/>
        <dsp:cNvSpPr/>
      </dsp:nvSpPr>
      <dsp:spPr>
        <a:xfrm>
          <a:off x="499012" y="922589"/>
          <a:ext cx="720734" cy="72073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191" tIns="12700" rIns="56191" bIns="1270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1</a:t>
          </a:r>
        </a:p>
      </dsp:txBody>
      <dsp:txXfrm>
        <a:off x="604561" y="1028138"/>
        <a:ext cx="509636" cy="509636"/>
      </dsp:txXfrm>
    </dsp:sp>
    <dsp:sp modelId="{80E4A881-A482-4E14-8E53-23C2199995F7}">
      <dsp:nvSpPr>
        <dsp:cNvPr id="0" name=""/>
        <dsp:cNvSpPr/>
      </dsp:nvSpPr>
      <dsp:spPr>
        <a:xfrm>
          <a:off x="1361" y="3084721"/>
          <a:ext cx="1716034" cy="72"/>
        </a:xfrm>
        <a:prstGeom prst="rect">
          <a:avLst/>
        </a:prstGeom>
        <a:solidFill>
          <a:schemeClr val="accent2">
            <a:hueOff val="-942637"/>
            <a:satOff val="-1855"/>
            <a:lumOff val="1159"/>
            <a:alphaOff val="0"/>
          </a:schemeClr>
        </a:solidFill>
        <a:ln w="19050" cap="flat" cmpd="sng" algn="ctr">
          <a:solidFill>
            <a:schemeClr val="accent2">
              <a:hueOff val="-942637"/>
              <a:satOff val="-1855"/>
              <a:lumOff val="115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F34A07-2BEA-4E3F-AC35-AA584B05600A}">
      <dsp:nvSpPr>
        <dsp:cNvPr id="0" name=""/>
        <dsp:cNvSpPr/>
      </dsp:nvSpPr>
      <dsp:spPr>
        <a:xfrm>
          <a:off x="1889000" y="682344"/>
          <a:ext cx="1716034" cy="2402448"/>
        </a:xfrm>
        <a:prstGeom prst="rect">
          <a:avLst/>
        </a:prstGeom>
        <a:solidFill>
          <a:schemeClr val="accent2">
            <a:tint val="40000"/>
            <a:alpha val="90000"/>
            <a:hueOff val="-2209533"/>
            <a:satOff val="4784"/>
            <a:lumOff val="446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-2209533"/>
              <a:satOff val="4784"/>
              <a:lumOff val="44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789" tIns="330200" rIns="133789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Run EMT </a:t>
          </a:r>
          <a:r>
            <a:rPr lang="en-US" sz="1800" kern="1200" dirty="0"/>
            <a:t>and reach steady state condition</a:t>
          </a:r>
        </a:p>
      </dsp:txBody>
      <dsp:txXfrm>
        <a:off x="1889000" y="1595275"/>
        <a:ext cx="1716034" cy="1441469"/>
      </dsp:txXfrm>
    </dsp:sp>
    <dsp:sp modelId="{6A59D364-C957-4843-BA3A-C579BAB3C4E1}">
      <dsp:nvSpPr>
        <dsp:cNvPr id="0" name=""/>
        <dsp:cNvSpPr/>
      </dsp:nvSpPr>
      <dsp:spPr>
        <a:xfrm>
          <a:off x="2386650" y="922589"/>
          <a:ext cx="720734" cy="720734"/>
        </a:xfrm>
        <a:prstGeom prst="ellipse">
          <a:avLst/>
        </a:prstGeom>
        <a:solidFill>
          <a:schemeClr val="accent2">
            <a:hueOff val="-1885274"/>
            <a:satOff val="-3711"/>
            <a:lumOff val="2317"/>
            <a:alphaOff val="0"/>
          </a:schemeClr>
        </a:solidFill>
        <a:ln w="19050" cap="flat" cmpd="sng" algn="ctr">
          <a:solidFill>
            <a:schemeClr val="accent2">
              <a:hueOff val="-1885274"/>
              <a:satOff val="-3711"/>
              <a:lumOff val="231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191" tIns="12700" rIns="56191" bIns="1270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2</a:t>
          </a:r>
        </a:p>
      </dsp:txBody>
      <dsp:txXfrm>
        <a:off x="2492199" y="1028138"/>
        <a:ext cx="509636" cy="509636"/>
      </dsp:txXfrm>
    </dsp:sp>
    <dsp:sp modelId="{8B2294B0-D324-47A3-9EAA-398772571C7A}">
      <dsp:nvSpPr>
        <dsp:cNvPr id="0" name=""/>
        <dsp:cNvSpPr/>
      </dsp:nvSpPr>
      <dsp:spPr>
        <a:xfrm>
          <a:off x="1889000" y="3084721"/>
          <a:ext cx="1716034" cy="72"/>
        </a:xfrm>
        <a:prstGeom prst="rect">
          <a:avLst/>
        </a:prstGeom>
        <a:solidFill>
          <a:schemeClr val="accent2">
            <a:hueOff val="-2827911"/>
            <a:satOff val="-5566"/>
            <a:lumOff val="3476"/>
            <a:alphaOff val="0"/>
          </a:schemeClr>
        </a:solidFill>
        <a:ln w="19050" cap="flat" cmpd="sng" algn="ctr">
          <a:solidFill>
            <a:schemeClr val="accent2">
              <a:hueOff val="-2827911"/>
              <a:satOff val="-5566"/>
              <a:lumOff val="347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E47CF7-B966-45C3-B6C4-05D044A3C999}">
      <dsp:nvSpPr>
        <dsp:cNvPr id="0" name=""/>
        <dsp:cNvSpPr/>
      </dsp:nvSpPr>
      <dsp:spPr>
        <a:xfrm>
          <a:off x="3776638" y="682344"/>
          <a:ext cx="1716034" cy="2402448"/>
        </a:xfrm>
        <a:prstGeom prst="rect">
          <a:avLst/>
        </a:prstGeom>
        <a:solidFill>
          <a:schemeClr val="accent2">
            <a:tint val="40000"/>
            <a:alpha val="90000"/>
            <a:hueOff val="-4419065"/>
            <a:satOff val="9567"/>
            <a:lumOff val="893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-4419065"/>
              <a:satOff val="9567"/>
              <a:lumOff val="89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789" tIns="330200" rIns="133789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Extract: states and designated variables at </a:t>
          </a:r>
          <a:r>
            <a:rPr lang="en-US" sz="1600" b="1" kern="1200" dirty="0"/>
            <a:t>steady state</a:t>
          </a:r>
        </a:p>
      </dsp:txBody>
      <dsp:txXfrm>
        <a:off x="3776638" y="1595275"/>
        <a:ext cx="1716034" cy="1441469"/>
      </dsp:txXfrm>
    </dsp:sp>
    <dsp:sp modelId="{52A27107-5C81-4905-AFC3-31F6470C29B7}">
      <dsp:nvSpPr>
        <dsp:cNvPr id="0" name=""/>
        <dsp:cNvSpPr/>
      </dsp:nvSpPr>
      <dsp:spPr>
        <a:xfrm>
          <a:off x="4274288" y="922589"/>
          <a:ext cx="720734" cy="720734"/>
        </a:xfrm>
        <a:prstGeom prst="ellipse">
          <a:avLst/>
        </a:prstGeom>
        <a:solidFill>
          <a:schemeClr val="accent2">
            <a:hueOff val="-3770548"/>
            <a:satOff val="-7421"/>
            <a:lumOff val="4635"/>
            <a:alphaOff val="0"/>
          </a:schemeClr>
        </a:solidFill>
        <a:ln w="19050" cap="flat" cmpd="sng" algn="ctr">
          <a:solidFill>
            <a:schemeClr val="accent2">
              <a:hueOff val="-3770548"/>
              <a:satOff val="-7421"/>
              <a:lumOff val="463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191" tIns="12700" rIns="56191" bIns="1270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3</a:t>
          </a:r>
        </a:p>
      </dsp:txBody>
      <dsp:txXfrm>
        <a:off x="4379837" y="1028138"/>
        <a:ext cx="509636" cy="509636"/>
      </dsp:txXfrm>
    </dsp:sp>
    <dsp:sp modelId="{D8427881-BB79-45D2-B101-3F1B32BBB3A7}">
      <dsp:nvSpPr>
        <dsp:cNvPr id="0" name=""/>
        <dsp:cNvSpPr/>
      </dsp:nvSpPr>
      <dsp:spPr>
        <a:xfrm>
          <a:off x="3776638" y="3084721"/>
          <a:ext cx="1716034" cy="72"/>
        </a:xfrm>
        <a:prstGeom prst="rect">
          <a:avLst/>
        </a:prstGeom>
        <a:solidFill>
          <a:schemeClr val="accent2">
            <a:hueOff val="-4713185"/>
            <a:satOff val="-9276"/>
            <a:lumOff val="5793"/>
            <a:alphaOff val="0"/>
          </a:schemeClr>
        </a:solidFill>
        <a:ln w="19050" cap="flat" cmpd="sng" algn="ctr">
          <a:solidFill>
            <a:schemeClr val="accent2">
              <a:hueOff val="-4713185"/>
              <a:satOff val="-9276"/>
              <a:lumOff val="579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297335-5680-4A9F-AF06-DFD0838D3D51}">
      <dsp:nvSpPr>
        <dsp:cNvPr id="0" name=""/>
        <dsp:cNvSpPr/>
      </dsp:nvSpPr>
      <dsp:spPr>
        <a:xfrm>
          <a:off x="5664276" y="682344"/>
          <a:ext cx="1716034" cy="2402448"/>
        </a:xfrm>
        <a:prstGeom prst="rect">
          <a:avLst/>
        </a:prstGeom>
        <a:solidFill>
          <a:schemeClr val="accent2">
            <a:tint val="40000"/>
            <a:alpha val="90000"/>
            <a:hueOff val="-6628597"/>
            <a:satOff val="14351"/>
            <a:lumOff val="1339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-6628597"/>
              <a:satOff val="14351"/>
              <a:lumOff val="13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789" tIns="330200" rIns="133789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Substitute </a:t>
          </a:r>
          <a:r>
            <a:rPr lang="en-US" sz="1500" b="1" kern="1200" dirty="0"/>
            <a:t>initial condition </a:t>
          </a:r>
          <a:r>
            <a:rPr lang="en-US" sz="1500" kern="1200" dirty="0"/>
            <a:t>in the Symbolic Linearized State Space Elements</a:t>
          </a:r>
        </a:p>
      </dsp:txBody>
      <dsp:txXfrm>
        <a:off x="5664276" y="1595275"/>
        <a:ext cx="1716034" cy="1441469"/>
      </dsp:txXfrm>
    </dsp:sp>
    <dsp:sp modelId="{8DB4BF61-0774-4B95-982E-219954305811}">
      <dsp:nvSpPr>
        <dsp:cNvPr id="0" name=""/>
        <dsp:cNvSpPr/>
      </dsp:nvSpPr>
      <dsp:spPr>
        <a:xfrm>
          <a:off x="6161926" y="922589"/>
          <a:ext cx="720734" cy="720734"/>
        </a:xfrm>
        <a:prstGeom prst="ellipse">
          <a:avLst/>
        </a:prstGeom>
        <a:solidFill>
          <a:schemeClr val="accent2">
            <a:hueOff val="-5655822"/>
            <a:satOff val="-11132"/>
            <a:lumOff val="6952"/>
            <a:alphaOff val="0"/>
          </a:schemeClr>
        </a:solidFill>
        <a:ln w="19050" cap="flat" cmpd="sng" algn="ctr">
          <a:solidFill>
            <a:schemeClr val="accent2">
              <a:hueOff val="-5655822"/>
              <a:satOff val="-11132"/>
              <a:lumOff val="695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191" tIns="12700" rIns="56191" bIns="1270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4</a:t>
          </a:r>
        </a:p>
      </dsp:txBody>
      <dsp:txXfrm>
        <a:off x="6267475" y="1028138"/>
        <a:ext cx="509636" cy="509636"/>
      </dsp:txXfrm>
    </dsp:sp>
    <dsp:sp modelId="{27417890-8E8F-450F-9CB7-C61E3ED4723A}">
      <dsp:nvSpPr>
        <dsp:cNvPr id="0" name=""/>
        <dsp:cNvSpPr/>
      </dsp:nvSpPr>
      <dsp:spPr>
        <a:xfrm>
          <a:off x="5664276" y="3084721"/>
          <a:ext cx="1716034" cy="72"/>
        </a:xfrm>
        <a:prstGeom prst="rect">
          <a:avLst/>
        </a:prstGeom>
        <a:solidFill>
          <a:schemeClr val="accent2">
            <a:hueOff val="-6598459"/>
            <a:satOff val="-12987"/>
            <a:lumOff val="8110"/>
            <a:alphaOff val="0"/>
          </a:schemeClr>
        </a:solidFill>
        <a:ln w="19050" cap="flat" cmpd="sng" algn="ctr">
          <a:solidFill>
            <a:schemeClr val="accent2">
              <a:hueOff val="-6598459"/>
              <a:satOff val="-12987"/>
              <a:lumOff val="811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1ACC97-26FA-47EC-AD89-022D6D27A67F}">
      <dsp:nvSpPr>
        <dsp:cNvPr id="0" name=""/>
        <dsp:cNvSpPr/>
      </dsp:nvSpPr>
      <dsp:spPr>
        <a:xfrm>
          <a:off x="7551915" y="682344"/>
          <a:ext cx="1716034" cy="2402448"/>
        </a:xfrm>
        <a:prstGeom prst="rect">
          <a:avLst/>
        </a:prstGeom>
        <a:solidFill>
          <a:schemeClr val="accent2">
            <a:tint val="40000"/>
            <a:alpha val="90000"/>
            <a:hueOff val="-8838130"/>
            <a:satOff val="19134"/>
            <a:lumOff val="1786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-8838130"/>
              <a:satOff val="19134"/>
              <a:lumOff val="178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789" tIns="330200" rIns="133789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Connect</a:t>
          </a:r>
          <a:r>
            <a:rPr lang="en-US" sz="1600" kern="1200" dirty="0"/>
            <a:t> the state space elements</a:t>
          </a:r>
        </a:p>
      </dsp:txBody>
      <dsp:txXfrm>
        <a:off x="7551915" y="1595275"/>
        <a:ext cx="1716034" cy="1441469"/>
      </dsp:txXfrm>
    </dsp:sp>
    <dsp:sp modelId="{4C728D02-5D00-4D85-8FBB-E3B217E27664}">
      <dsp:nvSpPr>
        <dsp:cNvPr id="0" name=""/>
        <dsp:cNvSpPr/>
      </dsp:nvSpPr>
      <dsp:spPr>
        <a:xfrm>
          <a:off x="8049565" y="922589"/>
          <a:ext cx="720734" cy="720734"/>
        </a:xfrm>
        <a:prstGeom prst="ellipse">
          <a:avLst/>
        </a:prstGeom>
        <a:solidFill>
          <a:schemeClr val="accent2">
            <a:hueOff val="-7541096"/>
            <a:satOff val="-14842"/>
            <a:lumOff val="9269"/>
            <a:alphaOff val="0"/>
          </a:schemeClr>
        </a:solidFill>
        <a:ln w="19050" cap="flat" cmpd="sng" algn="ctr">
          <a:solidFill>
            <a:schemeClr val="accent2">
              <a:hueOff val="-7541096"/>
              <a:satOff val="-14842"/>
              <a:lumOff val="92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191" tIns="12700" rIns="56191" bIns="1270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5</a:t>
          </a:r>
        </a:p>
      </dsp:txBody>
      <dsp:txXfrm>
        <a:off x="8155114" y="1028138"/>
        <a:ext cx="509636" cy="509636"/>
      </dsp:txXfrm>
    </dsp:sp>
    <dsp:sp modelId="{15C6F374-1176-438B-9BBA-07BB6C689780}">
      <dsp:nvSpPr>
        <dsp:cNvPr id="0" name=""/>
        <dsp:cNvSpPr/>
      </dsp:nvSpPr>
      <dsp:spPr>
        <a:xfrm>
          <a:off x="7551915" y="3084721"/>
          <a:ext cx="1716034" cy="72"/>
        </a:xfrm>
        <a:prstGeom prst="rect">
          <a:avLst/>
        </a:prstGeom>
        <a:solidFill>
          <a:schemeClr val="accent2">
            <a:hueOff val="-8483733"/>
            <a:satOff val="-16697"/>
            <a:lumOff val="10428"/>
            <a:alphaOff val="0"/>
          </a:schemeClr>
        </a:solidFill>
        <a:ln w="19050" cap="flat" cmpd="sng" algn="ctr">
          <a:solidFill>
            <a:schemeClr val="accent2">
              <a:hueOff val="-8483733"/>
              <a:satOff val="-16697"/>
              <a:lumOff val="104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62F97B-53B1-40E2-9CB1-5A6D551A4F5A}">
      <dsp:nvSpPr>
        <dsp:cNvPr id="0" name=""/>
        <dsp:cNvSpPr/>
      </dsp:nvSpPr>
      <dsp:spPr>
        <a:xfrm>
          <a:off x="9439553" y="682344"/>
          <a:ext cx="1716034" cy="2402448"/>
        </a:xfrm>
        <a:prstGeom prst="rect">
          <a:avLst/>
        </a:prstGeom>
        <a:solidFill>
          <a:schemeClr val="accent2">
            <a:tint val="40000"/>
            <a:alpha val="90000"/>
            <a:hueOff val="-11047662"/>
            <a:satOff val="23918"/>
            <a:lumOff val="2232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-11047662"/>
              <a:satOff val="23918"/>
              <a:lumOff val="223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789" tIns="330200" rIns="133789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Compare</a:t>
          </a:r>
          <a:r>
            <a:rPr lang="en-US" sz="1600" kern="1200" dirty="0"/>
            <a:t> the EMT small signal response with the State-Space one</a:t>
          </a:r>
        </a:p>
      </dsp:txBody>
      <dsp:txXfrm>
        <a:off x="9439553" y="1595275"/>
        <a:ext cx="1716034" cy="1441469"/>
      </dsp:txXfrm>
    </dsp:sp>
    <dsp:sp modelId="{4774D9F9-07C8-4D31-81F5-B3FBCE6A42FF}">
      <dsp:nvSpPr>
        <dsp:cNvPr id="0" name=""/>
        <dsp:cNvSpPr/>
      </dsp:nvSpPr>
      <dsp:spPr>
        <a:xfrm>
          <a:off x="9937203" y="922589"/>
          <a:ext cx="720734" cy="720734"/>
        </a:xfrm>
        <a:prstGeom prst="ellipse">
          <a:avLst/>
        </a:prstGeom>
        <a:solidFill>
          <a:schemeClr val="accent2">
            <a:hueOff val="-9426370"/>
            <a:satOff val="-18553"/>
            <a:lumOff val="11586"/>
            <a:alphaOff val="0"/>
          </a:schemeClr>
        </a:solidFill>
        <a:ln w="19050" cap="flat" cmpd="sng" algn="ctr">
          <a:solidFill>
            <a:schemeClr val="accent2">
              <a:hueOff val="-9426370"/>
              <a:satOff val="-18553"/>
              <a:lumOff val="1158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191" tIns="12700" rIns="56191" bIns="1270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6</a:t>
          </a:r>
        </a:p>
      </dsp:txBody>
      <dsp:txXfrm>
        <a:off x="10042752" y="1028138"/>
        <a:ext cx="509636" cy="509636"/>
      </dsp:txXfrm>
    </dsp:sp>
    <dsp:sp modelId="{C0874231-2BF2-4354-A292-DB6EE394C807}">
      <dsp:nvSpPr>
        <dsp:cNvPr id="0" name=""/>
        <dsp:cNvSpPr/>
      </dsp:nvSpPr>
      <dsp:spPr>
        <a:xfrm>
          <a:off x="9439553" y="3084721"/>
          <a:ext cx="1716034" cy="72"/>
        </a:xfrm>
        <a:prstGeom prst="rect">
          <a:avLst/>
        </a:prstGeom>
        <a:solidFill>
          <a:schemeClr val="accent2">
            <a:hueOff val="-10369007"/>
            <a:satOff val="-20408"/>
            <a:lumOff val="12745"/>
            <a:alphaOff val="0"/>
          </a:schemeClr>
        </a:solidFill>
        <a:ln w="19050" cap="flat" cmpd="sng" algn="ctr">
          <a:solidFill>
            <a:schemeClr val="accent2">
              <a:hueOff val="-10369007"/>
              <a:satOff val="-20408"/>
              <a:lumOff val="1274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752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381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585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259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349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141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245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331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226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224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836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455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26" Type="http://schemas.openxmlformats.org/officeDocument/2006/relationships/image" Target="../media/image26.png"/><Relationship Id="rId39" Type="http://schemas.openxmlformats.org/officeDocument/2006/relationships/image" Target="../media/image39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34" Type="http://schemas.openxmlformats.org/officeDocument/2006/relationships/image" Target="../media/image34.png"/><Relationship Id="rId42" Type="http://schemas.openxmlformats.org/officeDocument/2006/relationships/image" Target="../media/image42.png"/><Relationship Id="rId47" Type="http://schemas.openxmlformats.org/officeDocument/2006/relationships/image" Target="../media/image47.png"/><Relationship Id="rId50" Type="http://schemas.openxmlformats.org/officeDocument/2006/relationships/image" Target="../media/image50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25.png"/><Relationship Id="rId33" Type="http://schemas.openxmlformats.org/officeDocument/2006/relationships/image" Target="../media/image33.png"/><Relationship Id="rId38" Type="http://schemas.openxmlformats.org/officeDocument/2006/relationships/image" Target="../media/image38.png"/><Relationship Id="rId46" Type="http://schemas.openxmlformats.org/officeDocument/2006/relationships/image" Target="../media/image46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29" Type="http://schemas.openxmlformats.org/officeDocument/2006/relationships/image" Target="../media/image29.png"/><Relationship Id="rId41" Type="http://schemas.openxmlformats.org/officeDocument/2006/relationships/image" Target="../media/image41.png"/><Relationship Id="rId54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4.png"/><Relationship Id="rId32" Type="http://schemas.openxmlformats.org/officeDocument/2006/relationships/image" Target="../media/image32.png"/><Relationship Id="rId37" Type="http://schemas.openxmlformats.org/officeDocument/2006/relationships/image" Target="../media/image37.png"/><Relationship Id="rId40" Type="http://schemas.openxmlformats.org/officeDocument/2006/relationships/image" Target="../media/image40.png"/><Relationship Id="rId45" Type="http://schemas.openxmlformats.org/officeDocument/2006/relationships/image" Target="../media/image45.png"/><Relationship Id="rId53" Type="http://schemas.openxmlformats.org/officeDocument/2006/relationships/image" Target="../media/image53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28" Type="http://schemas.openxmlformats.org/officeDocument/2006/relationships/image" Target="../media/image28.png"/><Relationship Id="rId36" Type="http://schemas.openxmlformats.org/officeDocument/2006/relationships/image" Target="../media/image36.png"/><Relationship Id="rId49" Type="http://schemas.openxmlformats.org/officeDocument/2006/relationships/image" Target="../media/image49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31" Type="http://schemas.openxmlformats.org/officeDocument/2006/relationships/image" Target="../media/image31.png"/><Relationship Id="rId44" Type="http://schemas.openxmlformats.org/officeDocument/2006/relationships/image" Target="../media/image44.png"/><Relationship Id="rId52" Type="http://schemas.openxmlformats.org/officeDocument/2006/relationships/image" Target="../media/image52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Relationship Id="rId27" Type="http://schemas.openxmlformats.org/officeDocument/2006/relationships/image" Target="../media/image27.png"/><Relationship Id="rId30" Type="http://schemas.openxmlformats.org/officeDocument/2006/relationships/image" Target="../media/image30.png"/><Relationship Id="rId35" Type="http://schemas.openxmlformats.org/officeDocument/2006/relationships/image" Target="../media/image35.png"/><Relationship Id="rId43" Type="http://schemas.openxmlformats.org/officeDocument/2006/relationships/image" Target="../media/image43.png"/><Relationship Id="rId48" Type="http://schemas.openxmlformats.org/officeDocument/2006/relationships/image" Target="../media/image48.png"/><Relationship Id="rId8" Type="http://schemas.openxmlformats.org/officeDocument/2006/relationships/image" Target="../media/image8.png"/><Relationship Id="rId51" Type="http://schemas.openxmlformats.org/officeDocument/2006/relationships/image" Target="../media/image5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sv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57.png"/><Relationship Id="rId12" Type="http://schemas.openxmlformats.org/officeDocument/2006/relationships/image" Target="../media/image6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openxmlformats.org/officeDocument/2006/relationships/image" Target="../media/image61.png"/><Relationship Id="rId5" Type="http://schemas.openxmlformats.org/officeDocument/2006/relationships/diagramColors" Target="../diagrams/colors1.xml"/><Relationship Id="rId10" Type="http://schemas.openxmlformats.org/officeDocument/2006/relationships/image" Target="../media/image60.pn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5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openxmlformats.org/officeDocument/2006/relationships/image" Target="../media/image7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openxmlformats.org/officeDocument/2006/relationships/image" Target="../media/image7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8.png"/><Relationship Id="rId4" Type="http://schemas.openxmlformats.org/officeDocument/2006/relationships/image" Target="../media/image8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6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5" Type="http://schemas.openxmlformats.org/officeDocument/2006/relationships/image" Target="../media/image69.png"/><Relationship Id="rId4" Type="http://schemas.openxmlformats.org/officeDocument/2006/relationships/image" Target="../media/image9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5" Type="http://schemas.openxmlformats.org/officeDocument/2006/relationships/image" Target="../media/image81.png"/><Relationship Id="rId4" Type="http://schemas.openxmlformats.org/officeDocument/2006/relationships/image" Target="../media/image9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8.png"/><Relationship Id="rId4" Type="http://schemas.openxmlformats.org/officeDocument/2006/relationships/image" Target="../media/image10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11B380-7756-D107-C14D-56CC9F33EC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00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7840"/>
            <a:ext cx="12191999" cy="128016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5C3540-64E0-0175-B78C-56A6EEF53C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5739969"/>
            <a:ext cx="8178501" cy="960120"/>
          </a:xfrm>
          <a:ln>
            <a:noFill/>
          </a:ln>
        </p:spPr>
        <p:txBody>
          <a:bodyPr anchor="ctr">
            <a:normAutofit/>
          </a:bodyPr>
          <a:lstStyle/>
          <a:p>
            <a:r>
              <a:rPr lang="en-US" sz="4100" dirty="0"/>
              <a:t>Grey Box associated State Space</a:t>
            </a:r>
          </a:p>
        </p:txBody>
      </p:sp>
    </p:spTree>
    <p:extLst>
      <p:ext uri="{BB962C8B-B14F-4D97-AF65-F5344CB8AC3E}">
        <p14:creationId xmlns:p14="http://schemas.microsoft.com/office/powerpoint/2010/main" val="1903142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1BF15-5825-7575-AEB1-9CF3875C9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Original EMT model</a:t>
            </a:r>
          </a:p>
        </p:txBody>
      </p:sp>
      <p:sp>
        <p:nvSpPr>
          <p:cNvPr id="488" name="Rectangle 487">
            <a:extLst>
              <a:ext uri="{FF2B5EF4-FFF2-40B4-BE49-F238E27FC236}">
                <a16:creationId xmlns:a16="http://schemas.microsoft.com/office/drawing/2014/main" id="{16EF71AD-DE69-2244-F0A1-F00778F5B8F0}"/>
              </a:ext>
            </a:extLst>
          </p:cNvPr>
          <p:cNvSpPr/>
          <p:nvPr/>
        </p:nvSpPr>
        <p:spPr bwMode="auto">
          <a:xfrm>
            <a:off x="3454418" y="3887824"/>
            <a:ext cx="8559981" cy="229525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dashDot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grpSp>
        <p:nvGrpSpPr>
          <p:cNvPr id="489" name="Graphic 7">
            <a:extLst>
              <a:ext uri="{FF2B5EF4-FFF2-40B4-BE49-F238E27FC236}">
                <a16:creationId xmlns:a16="http://schemas.microsoft.com/office/drawing/2014/main" id="{D9B29E3A-B571-88A3-57FC-75ADB69A6D53}"/>
              </a:ext>
            </a:extLst>
          </p:cNvPr>
          <p:cNvGrpSpPr/>
          <p:nvPr/>
        </p:nvGrpSpPr>
        <p:grpSpPr>
          <a:xfrm>
            <a:off x="9204722" y="3802759"/>
            <a:ext cx="2314073" cy="955395"/>
            <a:chOff x="867389" y="1286167"/>
            <a:chExt cx="2314073" cy="955395"/>
          </a:xfrm>
        </p:grpSpPr>
        <p:grpSp>
          <p:nvGrpSpPr>
            <p:cNvPr id="490" name="Graphic 7">
              <a:extLst>
                <a:ext uri="{FF2B5EF4-FFF2-40B4-BE49-F238E27FC236}">
                  <a16:creationId xmlns:a16="http://schemas.microsoft.com/office/drawing/2014/main" id="{0A1ED9FF-5C2D-90B2-5097-CA5D30C31704}"/>
                </a:ext>
              </a:extLst>
            </p:cNvPr>
            <p:cNvGrpSpPr/>
            <p:nvPr/>
          </p:nvGrpSpPr>
          <p:grpSpPr>
            <a:xfrm>
              <a:off x="1568332" y="1747062"/>
              <a:ext cx="844972" cy="494501"/>
              <a:chOff x="1568332" y="1747062"/>
              <a:chExt cx="844972" cy="494501"/>
            </a:xfrm>
          </p:grpSpPr>
          <p:grpSp>
            <p:nvGrpSpPr>
              <p:cNvPr id="529" name="Graphic 7">
                <a:extLst>
                  <a:ext uri="{FF2B5EF4-FFF2-40B4-BE49-F238E27FC236}">
                    <a16:creationId xmlns:a16="http://schemas.microsoft.com/office/drawing/2014/main" id="{56112AA0-5169-9639-3EF8-3F982F7A30B2}"/>
                  </a:ext>
                </a:extLst>
              </p:cNvPr>
              <p:cNvGrpSpPr/>
              <p:nvPr/>
            </p:nvGrpSpPr>
            <p:grpSpPr>
              <a:xfrm>
                <a:off x="1909202" y="1871887"/>
                <a:ext cx="182437" cy="182437"/>
                <a:chOff x="1909202" y="1871887"/>
                <a:chExt cx="182437" cy="182437"/>
              </a:xfrm>
              <a:noFill/>
            </p:grpSpPr>
            <p:sp>
              <p:nvSpPr>
                <p:cNvPr id="543" name="Freeform: Shape 542">
                  <a:extLst>
                    <a:ext uri="{FF2B5EF4-FFF2-40B4-BE49-F238E27FC236}">
                      <a16:creationId xmlns:a16="http://schemas.microsoft.com/office/drawing/2014/main" id="{8927DD7D-F983-5FB1-2BE1-85B59DF20F78}"/>
                    </a:ext>
                  </a:extLst>
                </p:cNvPr>
                <p:cNvSpPr/>
                <p:nvPr/>
              </p:nvSpPr>
              <p:spPr>
                <a:xfrm rot="5400000">
                  <a:off x="1952411" y="1871887"/>
                  <a:ext cx="96019" cy="182437"/>
                </a:xfrm>
                <a:custGeom>
                  <a:avLst/>
                  <a:gdLst>
                    <a:gd name="connsiteX0" fmla="*/ 1 w 96019"/>
                    <a:gd name="connsiteY0" fmla="*/ 1 h 182437"/>
                    <a:gd name="connsiteX1" fmla="*/ 96020 w 96019"/>
                    <a:gd name="connsiteY1" fmla="*/ 1 h 182437"/>
                    <a:gd name="connsiteX2" fmla="*/ 96020 w 96019"/>
                    <a:gd name="connsiteY2" fmla="*/ 182438 h 182437"/>
                    <a:gd name="connsiteX3" fmla="*/ 1 w 96019"/>
                    <a:gd name="connsiteY3" fmla="*/ 182438 h 1824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6019" h="182437">
                      <a:moveTo>
                        <a:pt x="1" y="1"/>
                      </a:moveTo>
                      <a:lnTo>
                        <a:pt x="96020" y="1"/>
                      </a:lnTo>
                      <a:lnTo>
                        <a:pt x="96020" y="182438"/>
                      </a:lnTo>
                      <a:lnTo>
                        <a:pt x="1" y="182438"/>
                      </a:lnTo>
                      <a:close/>
                    </a:path>
                  </a:pathLst>
                </a:custGeom>
                <a:noFill/>
                <a:ln w="959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44" name="Freeform: Shape 543">
                  <a:extLst>
                    <a:ext uri="{FF2B5EF4-FFF2-40B4-BE49-F238E27FC236}">
                      <a16:creationId xmlns:a16="http://schemas.microsoft.com/office/drawing/2014/main" id="{92643691-D20A-7D8F-E9C2-604108C25AED}"/>
                    </a:ext>
                  </a:extLst>
                </p:cNvPr>
                <p:cNvSpPr/>
                <p:nvPr/>
              </p:nvSpPr>
              <p:spPr>
                <a:xfrm rot="5400000">
                  <a:off x="1909202" y="1915096"/>
                  <a:ext cx="182437" cy="96019"/>
                </a:xfrm>
                <a:custGeom>
                  <a:avLst/>
                  <a:gdLst>
                    <a:gd name="connsiteX0" fmla="*/ 1 w 182437"/>
                    <a:gd name="connsiteY0" fmla="*/ 48010 h 96019"/>
                    <a:gd name="connsiteX1" fmla="*/ 82097 w 182437"/>
                    <a:gd name="connsiteY1" fmla="*/ 48010 h 96019"/>
                    <a:gd name="connsiteX2" fmla="*/ 100341 w 182437"/>
                    <a:gd name="connsiteY2" fmla="*/ 1 h 96019"/>
                    <a:gd name="connsiteX3" fmla="*/ 100341 w 182437"/>
                    <a:gd name="connsiteY3" fmla="*/ 96020 h 96019"/>
                    <a:gd name="connsiteX4" fmla="*/ 82097 w 182437"/>
                    <a:gd name="connsiteY4" fmla="*/ 1 h 96019"/>
                    <a:gd name="connsiteX5" fmla="*/ 82097 w 182437"/>
                    <a:gd name="connsiteY5" fmla="*/ 96020 h 96019"/>
                    <a:gd name="connsiteX6" fmla="*/ 100341 w 182437"/>
                    <a:gd name="connsiteY6" fmla="*/ 48010 h 96019"/>
                    <a:gd name="connsiteX7" fmla="*/ 182438 w 182437"/>
                    <a:gd name="connsiteY7" fmla="*/ 48010 h 960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82437" h="96019">
                      <a:moveTo>
                        <a:pt x="1" y="48010"/>
                      </a:moveTo>
                      <a:lnTo>
                        <a:pt x="82097" y="48010"/>
                      </a:lnTo>
                      <a:moveTo>
                        <a:pt x="100341" y="1"/>
                      </a:moveTo>
                      <a:lnTo>
                        <a:pt x="100341" y="96020"/>
                      </a:lnTo>
                      <a:moveTo>
                        <a:pt x="82097" y="1"/>
                      </a:moveTo>
                      <a:lnTo>
                        <a:pt x="82097" y="96020"/>
                      </a:lnTo>
                      <a:moveTo>
                        <a:pt x="100341" y="48010"/>
                      </a:moveTo>
                      <a:lnTo>
                        <a:pt x="182438" y="48010"/>
                      </a:lnTo>
                    </a:path>
                  </a:pathLst>
                </a:custGeom>
                <a:noFill/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530" name="Graphic 7">
                <a:extLst>
                  <a:ext uri="{FF2B5EF4-FFF2-40B4-BE49-F238E27FC236}">
                    <a16:creationId xmlns:a16="http://schemas.microsoft.com/office/drawing/2014/main" id="{848D595D-A28A-AD28-F89B-24656B38D0D5}"/>
                  </a:ext>
                </a:extLst>
              </p:cNvPr>
              <p:cNvGrpSpPr/>
              <p:nvPr/>
            </p:nvGrpSpPr>
            <p:grpSpPr>
              <a:xfrm>
                <a:off x="1568332" y="1862285"/>
                <a:ext cx="192039" cy="192039"/>
                <a:chOff x="1568332" y="1862285"/>
                <a:chExt cx="192039" cy="192039"/>
              </a:xfrm>
            </p:grpSpPr>
            <p:sp>
              <p:nvSpPr>
                <p:cNvPr id="541" name="Freeform: Shape 540">
                  <a:extLst>
                    <a:ext uri="{FF2B5EF4-FFF2-40B4-BE49-F238E27FC236}">
                      <a16:creationId xmlns:a16="http://schemas.microsoft.com/office/drawing/2014/main" id="{899405B9-8B8C-09B5-421D-39A37346B432}"/>
                    </a:ext>
                  </a:extLst>
                </p:cNvPr>
                <p:cNvSpPr/>
                <p:nvPr/>
              </p:nvSpPr>
              <p:spPr>
                <a:xfrm rot="10800000">
                  <a:off x="1568332" y="1862285"/>
                  <a:ext cx="192039" cy="192039"/>
                </a:xfrm>
                <a:custGeom>
                  <a:avLst/>
                  <a:gdLst>
                    <a:gd name="connsiteX0" fmla="*/ 1 w 192039"/>
                    <a:gd name="connsiteY0" fmla="*/ 96020 h 192039"/>
                    <a:gd name="connsiteX1" fmla="*/ 96020 w 192039"/>
                    <a:gd name="connsiteY1" fmla="*/ 1 h 192039"/>
                    <a:gd name="connsiteX2" fmla="*/ 192040 w 192039"/>
                    <a:gd name="connsiteY2" fmla="*/ 96020 h 192039"/>
                    <a:gd name="connsiteX3" fmla="*/ 96020 w 192039"/>
                    <a:gd name="connsiteY3" fmla="*/ 192040 h 192039"/>
                    <a:gd name="connsiteX4" fmla="*/ 1 w 192039"/>
                    <a:gd name="connsiteY4" fmla="*/ 96020 h 1920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92039" h="192039">
                      <a:moveTo>
                        <a:pt x="1" y="96020"/>
                      </a:moveTo>
                      <a:lnTo>
                        <a:pt x="96020" y="1"/>
                      </a:lnTo>
                      <a:lnTo>
                        <a:pt x="192040" y="96020"/>
                      </a:lnTo>
                      <a:lnTo>
                        <a:pt x="96020" y="192040"/>
                      </a:lnTo>
                      <a:lnTo>
                        <a:pt x="1" y="9602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42" name="Freeform: Shape 541">
                  <a:extLst>
                    <a:ext uri="{FF2B5EF4-FFF2-40B4-BE49-F238E27FC236}">
                      <a16:creationId xmlns:a16="http://schemas.microsoft.com/office/drawing/2014/main" id="{C887AFF2-1CFB-A6F1-96F8-5AEED5625CA8}"/>
                    </a:ext>
                  </a:extLst>
                </p:cNvPr>
                <p:cNvSpPr/>
                <p:nvPr/>
              </p:nvSpPr>
              <p:spPr>
                <a:xfrm rot="10800000">
                  <a:off x="1648989" y="1894932"/>
                  <a:ext cx="30726" cy="126745"/>
                </a:xfrm>
                <a:custGeom>
                  <a:avLst/>
                  <a:gdLst>
                    <a:gd name="connsiteX0" fmla="*/ 15364 w 30726"/>
                    <a:gd name="connsiteY0" fmla="*/ 1 h 126745"/>
                    <a:gd name="connsiteX1" fmla="*/ 15364 w 30726"/>
                    <a:gd name="connsiteY1" fmla="*/ 126746 h 126745"/>
                    <a:gd name="connsiteX2" fmla="*/ 1 w 30726"/>
                    <a:gd name="connsiteY2" fmla="*/ 96020 h 126745"/>
                    <a:gd name="connsiteX3" fmla="*/ 15364 w 30726"/>
                    <a:gd name="connsiteY3" fmla="*/ 126746 h 126745"/>
                    <a:gd name="connsiteX4" fmla="*/ 30727 w 30726"/>
                    <a:gd name="connsiteY4" fmla="*/ 96020 h 1267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726" h="126745">
                      <a:moveTo>
                        <a:pt x="15364" y="1"/>
                      </a:moveTo>
                      <a:lnTo>
                        <a:pt x="15364" y="126746"/>
                      </a:lnTo>
                      <a:moveTo>
                        <a:pt x="1" y="96020"/>
                      </a:moveTo>
                      <a:lnTo>
                        <a:pt x="15364" y="126746"/>
                      </a:lnTo>
                      <a:lnTo>
                        <a:pt x="30727" y="96020"/>
                      </a:lnTo>
                    </a:path>
                  </a:pathLst>
                </a:custGeom>
                <a:noFill/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531" name="Graphic 7">
                <a:extLst>
                  <a:ext uri="{FF2B5EF4-FFF2-40B4-BE49-F238E27FC236}">
                    <a16:creationId xmlns:a16="http://schemas.microsoft.com/office/drawing/2014/main" id="{B9FCB67C-4286-C350-153B-1761253A810F}"/>
                  </a:ext>
                </a:extLst>
              </p:cNvPr>
              <p:cNvGrpSpPr/>
              <p:nvPr/>
            </p:nvGrpSpPr>
            <p:grpSpPr>
              <a:xfrm>
                <a:off x="2240470" y="1881489"/>
                <a:ext cx="172835" cy="172835"/>
                <a:chOff x="2240470" y="1881489"/>
                <a:chExt cx="172835" cy="172835"/>
              </a:xfrm>
            </p:grpSpPr>
            <p:sp>
              <p:nvSpPr>
                <p:cNvPr id="539" name="Freeform: Shape 538">
                  <a:extLst>
                    <a:ext uri="{FF2B5EF4-FFF2-40B4-BE49-F238E27FC236}">
                      <a16:creationId xmlns:a16="http://schemas.microsoft.com/office/drawing/2014/main" id="{EA024C4E-DCC8-C7A6-42F5-CCAF91855FD3}"/>
                    </a:ext>
                  </a:extLst>
                </p:cNvPr>
                <p:cNvSpPr/>
                <p:nvPr/>
              </p:nvSpPr>
              <p:spPr>
                <a:xfrm>
                  <a:off x="2240470" y="1881489"/>
                  <a:ext cx="172835" cy="172835"/>
                </a:xfrm>
                <a:custGeom>
                  <a:avLst/>
                  <a:gdLst>
                    <a:gd name="connsiteX0" fmla="*/ 1 w 172835"/>
                    <a:gd name="connsiteY0" fmla="*/ 86418 h 172835"/>
                    <a:gd name="connsiteX1" fmla="*/ 86418 w 172835"/>
                    <a:gd name="connsiteY1" fmla="*/ 1 h 172835"/>
                    <a:gd name="connsiteX2" fmla="*/ 172836 w 172835"/>
                    <a:gd name="connsiteY2" fmla="*/ 86418 h 172835"/>
                    <a:gd name="connsiteX3" fmla="*/ 86418 w 172835"/>
                    <a:gd name="connsiteY3" fmla="*/ 172836 h 172835"/>
                    <a:gd name="connsiteX4" fmla="*/ 1 w 172835"/>
                    <a:gd name="connsiteY4" fmla="*/ 86418 h 1728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2835" h="172835">
                      <a:moveTo>
                        <a:pt x="1" y="86418"/>
                      </a:moveTo>
                      <a:lnTo>
                        <a:pt x="86418" y="1"/>
                      </a:lnTo>
                      <a:lnTo>
                        <a:pt x="172836" y="86418"/>
                      </a:lnTo>
                      <a:lnTo>
                        <a:pt x="86418" y="172836"/>
                      </a:lnTo>
                      <a:lnTo>
                        <a:pt x="1" y="8641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40" name="Freeform: Shape 539">
                  <a:extLst>
                    <a:ext uri="{FF2B5EF4-FFF2-40B4-BE49-F238E27FC236}">
                      <a16:creationId xmlns:a16="http://schemas.microsoft.com/office/drawing/2014/main" id="{10B61B69-8B57-3BFA-F8EB-00D6751F7DE4}"/>
                    </a:ext>
                  </a:extLst>
                </p:cNvPr>
                <p:cNvSpPr/>
                <p:nvPr/>
              </p:nvSpPr>
              <p:spPr>
                <a:xfrm>
                  <a:off x="2313060" y="1910871"/>
                  <a:ext cx="27653" cy="114071"/>
                </a:xfrm>
                <a:custGeom>
                  <a:avLst/>
                  <a:gdLst>
                    <a:gd name="connsiteX0" fmla="*/ 13827 w 27653"/>
                    <a:gd name="connsiteY0" fmla="*/ 1 h 114071"/>
                    <a:gd name="connsiteX1" fmla="*/ 13827 w 27653"/>
                    <a:gd name="connsiteY1" fmla="*/ 114072 h 114071"/>
                    <a:gd name="connsiteX2" fmla="*/ 1 w 27653"/>
                    <a:gd name="connsiteY2" fmla="*/ 86418 h 114071"/>
                    <a:gd name="connsiteX3" fmla="*/ 13827 w 27653"/>
                    <a:gd name="connsiteY3" fmla="*/ 114072 h 114071"/>
                    <a:gd name="connsiteX4" fmla="*/ 27654 w 27653"/>
                    <a:gd name="connsiteY4" fmla="*/ 86418 h 1140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653" h="114071">
                      <a:moveTo>
                        <a:pt x="13827" y="1"/>
                      </a:moveTo>
                      <a:lnTo>
                        <a:pt x="13827" y="114072"/>
                      </a:lnTo>
                      <a:moveTo>
                        <a:pt x="1" y="86418"/>
                      </a:moveTo>
                      <a:lnTo>
                        <a:pt x="13827" y="114072"/>
                      </a:lnTo>
                      <a:lnTo>
                        <a:pt x="27654" y="86418"/>
                      </a:lnTo>
                    </a:path>
                  </a:pathLst>
                </a:custGeom>
                <a:noFill/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532" name="Freeform: Shape 531">
                <a:extLst>
                  <a:ext uri="{FF2B5EF4-FFF2-40B4-BE49-F238E27FC236}">
                    <a16:creationId xmlns:a16="http://schemas.microsoft.com/office/drawing/2014/main" id="{68ED3F3C-35C6-EE90-9A1B-FC0D9FD55B09}"/>
                  </a:ext>
                </a:extLst>
              </p:cNvPr>
              <p:cNvSpPr/>
              <p:nvPr/>
            </p:nvSpPr>
            <p:spPr>
              <a:xfrm>
                <a:off x="1664352" y="1747062"/>
                <a:ext cx="336068" cy="124825"/>
              </a:xfrm>
              <a:custGeom>
                <a:avLst/>
                <a:gdLst>
                  <a:gd name="connsiteX0" fmla="*/ 1 w 336068"/>
                  <a:gd name="connsiteY0" fmla="*/ 115224 h 124825"/>
                  <a:gd name="connsiteX1" fmla="*/ 1 w 336068"/>
                  <a:gd name="connsiteY1" fmla="*/ 1 h 124825"/>
                  <a:gd name="connsiteX2" fmla="*/ 336069 w 336068"/>
                  <a:gd name="connsiteY2" fmla="*/ 1 h 124825"/>
                  <a:gd name="connsiteX3" fmla="*/ 336069 w 336068"/>
                  <a:gd name="connsiteY3" fmla="*/ 124826 h 124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36068" h="124825">
                    <a:moveTo>
                      <a:pt x="1" y="115224"/>
                    </a:moveTo>
                    <a:lnTo>
                      <a:pt x="1" y="1"/>
                    </a:lnTo>
                    <a:lnTo>
                      <a:pt x="336069" y="1"/>
                    </a:lnTo>
                    <a:lnTo>
                      <a:pt x="336069" y="124826"/>
                    </a:lnTo>
                  </a:path>
                </a:pathLst>
              </a:custGeom>
              <a:noFill/>
              <a:ln w="959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33" name="Freeform: Shape 532">
                <a:extLst>
                  <a:ext uri="{FF2B5EF4-FFF2-40B4-BE49-F238E27FC236}">
                    <a16:creationId xmlns:a16="http://schemas.microsoft.com/office/drawing/2014/main" id="{57F19560-38EC-A99E-FAAE-A5418E7EAA6E}"/>
                  </a:ext>
                </a:extLst>
              </p:cNvPr>
              <p:cNvSpPr/>
              <p:nvPr/>
            </p:nvSpPr>
            <p:spPr>
              <a:xfrm>
                <a:off x="2000420" y="1747062"/>
                <a:ext cx="326466" cy="134427"/>
              </a:xfrm>
              <a:custGeom>
                <a:avLst/>
                <a:gdLst>
                  <a:gd name="connsiteX0" fmla="*/ 326467 w 326466"/>
                  <a:gd name="connsiteY0" fmla="*/ 134428 h 134427"/>
                  <a:gd name="connsiteX1" fmla="*/ 326467 w 326466"/>
                  <a:gd name="connsiteY1" fmla="*/ 1 h 134427"/>
                  <a:gd name="connsiteX2" fmla="*/ 1 w 326466"/>
                  <a:gd name="connsiteY2" fmla="*/ 1 h 134427"/>
                  <a:gd name="connsiteX3" fmla="*/ 1 w 326466"/>
                  <a:gd name="connsiteY3" fmla="*/ 124826 h 1344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6466" h="134427">
                    <a:moveTo>
                      <a:pt x="326467" y="134428"/>
                    </a:moveTo>
                    <a:lnTo>
                      <a:pt x="326467" y="1"/>
                    </a:lnTo>
                    <a:lnTo>
                      <a:pt x="1" y="1"/>
                    </a:lnTo>
                    <a:lnTo>
                      <a:pt x="1" y="124826"/>
                    </a:lnTo>
                  </a:path>
                </a:pathLst>
              </a:custGeom>
              <a:noFill/>
              <a:ln w="959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34" name="Freeform: Shape 533">
                <a:extLst>
                  <a:ext uri="{FF2B5EF4-FFF2-40B4-BE49-F238E27FC236}">
                    <a16:creationId xmlns:a16="http://schemas.microsoft.com/office/drawing/2014/main" id="{BB821560-E60F-2225-90C0-D19342E2EBAB}"/>
                  </a:ext>
                </a:extLst>
              </p:cNvPr>
              <p:cNvSpPr/>
              <p:nvPr/>
            </p:nvSpPr>
            <p:spPr>
              <a:xfrm>
                <a:off x="1664352" y="2054324"/>
                <a:ext cx="336068" cy="172835"/>
              </a:xfrm>
              <a:custGeom>
                <a:avLst/>
                <a:gdLst>
                  <a:gd name="connsiteX0" fmla="*/ 1 w 336068"/>
                  <a:gd name="connsiteY0" fmla="*/ 1 h 172835"/>
                  <a:gd name="connsiteX1" fmla="*/ 1 w 336068"/>
                  <a:gd name="connsiteY1" fmla="*/ 172836 h 172835"/>
                  <a:gd name="connsiteX2" fmla="*/ 336069 w 336068"/>
                  <a:gd name="connsiteY2" fmla="*/ 172836 h 172835"/>
                  <a:gd name="connsiteX3" fmla="*/ 336069 w 336068"/>
                  <a:gd name="connsiteY3" fmla="*/ 1 h 1728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36068" h="172835">
                    <a:moveTo>
                      <a:pt x="1" y="1"/>
                    </a:moveTo>
                    <a:lnTo>
                      <a:pt x="1" y="172836"/>
                    </a:lnTo>
                    <a:lnTo>
                      <a:pt x="336069" y="172836"/>
                    </a:lnTo>
                    <a:lnTo>
                      <a:pt x="336069" y="1"/>
                    </a:lnTo>
                  </a:path>
                </a:pathLst>
              </a:custGeom>
              <a:noFill/>
              <a:ln w="959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35" name="Freeform: Shape 534">
                <a:extLst>
                  <a:ext uri="{FF2B5EF4-FFF2-40B4-BE49-F238E27FC236}">
                    <a16:creationId xmlns:a16="http://schemas.microsoft.com/office/drawing/2014/main" id="{E25527FE-2B0F-C68F-9ED8-55C277E167BD}"/>
                  </a:ext>
                </a:extLst>
              </p:cNvPr>
              <p:cNvSpPr/>
              <p:nvPr/>
            </p:nvSpPr>
            <p:spPr>
              <a:xfrm>
                <a:off x="2000420" y="2054324"/>
                <a:ext cx="326466" cy="172835"/>
              </a:xfrm>
              <a:custGeom>
                <a:avLst/>
                <a:gdLst>
                  <a:gd name="connsiteX0" fmla="*/ 326467 w 326466"/>
                  <a:gd name="connsiteY0" fmla="*/ 1 h 172835"/>
                  <a:gd name="connsiteX1" fmla="*/ 326467 w 326466"/>
                  <a:gd name="connsiteY1" fmla="*/ 172836 h 172835"/>
                  <a:gd name="connsiteX2" fmla="*/ 1 w 326466"/>
                  <a:gd name="connsiteY2" fmla="*/ 172836 h 172835"/>
                  <a:gd name="connsiteX3" fmla="*/ 1 w 326466"/>
                  <a:gd name="connsiteY3" fmla="*/ 1 h 1728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6466" h="172835">
                    <a:moveTo>
                      <a:pt x="326467" y="1"/>
                    </a:moveTo>
                    <a:lnTo>
                      <a:pt x="326467" y="172836"/>
                    </a:lnTo>
                    <a:lnTo>
                      <a:pt x="1" y="172836"/>
                    </a:lnTo>
                    <a:lnTo>
                      <a:pt x="1" y="1"/>
                    </a:lnTo>
                  </a:path>
                </a:pathLst>
              </a:custGeom>
              <a:noFill/>
              <a:ln w="959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536" name="Graphic 7">
                <a:extLst>
                  <a:ext uri="{FF2B5EF4-FFF2-40B4-BE49-F238E27FC236}">
                    <a16:creationId xmlns:a16="http://schemas.microsoft.com/office/drawing/2014/main" id="{6A767D34-7EA0-F4FB-64E2-F5D267F4F6CE}"/>
                  </a:ext>
                </a:extLst>
              </p:cNvPr>
              <p:cNvGrpSpPr/>
              <p:nvPr/>
            </p:nvGrpSpPr>
            <p:grpSpPr>
              <a:xfrm>
                <a:off x="1717163" y="1934300"/>
                <a:ext cx="288058" cy="307262"/>
                <a:chOff x="1717163" y="1934300"/>
                <a:chExt cx="288058" cy="307262"/>
              </a:xfrm>
              <a:noFill/>
            </p:grpSpPr>
            <p:sp>
              <p:nvSpPr>
                <p:cNvPr id="537" name="Freeform: Shape 536">
                  <a:extLst>
                    <a:ext uri="{FF2B5EF4-FFF2-40B4-BE49-F238E27FC236}">
                      <a16:creationId xmlns:a16="http://schemas.microsoft.com/office/drawing/2014/main" id="{B89650E1-4E99-1805-39C5-437DF89446F4}"/>
                    </a:ext>
                  </a:extLst>
                </p:cNvPr>
                <p:cNvSpPr/>
                <p:nvPr/>
              </p:nvSpPr>
              <p:spPr>
                <a:xfrm>
                  <a:off x="1717163" y="1977509"/>
                  <a:ext cx="288058" cy="192039"/>
                </a:xfrm>
                <a:custGeom>
                  <a:avLst/>
                  <a:gdLst>
                    <a:gd name="connsiteX0" fmla="*/ 1 w 288058"/>
                    <a:gd name="connsiteY0" fmla="*/ 1 h 192039"/>
                    <a:gd name="connsiteX1" fmla="*/ 288059 w 288058"/>
                    <a:gd name="connsiteY1" fmla="*/ 1 h 192039"/>
                    <a:gd name="connsiteX2" fmla="*/ 288059 w 288058"/>
                    <a:gd name="connsiteY2" fmla="*/ 192040 h 192039"/>
                    <a:gd name="connsiteX3" fmla="*/ 1 w 288058"/>
                    <a:gd name="connsiteY3" fmla="*/ 192040 h 1920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88058" h="192039">
                      <a:moveTo>
                        <a:pt x="1" y="1"/>
                      </a:moveTo>
                      <a:lnTo>
                        <a:pt x="288059" y="1"/>
                      </a:lnTo>
                      <a:lnTo>
                        <a:pt x="288059" y="192040"/>
                      </a:lnTo>
                      <a:lnTo>
                        <a:pt x="1" y="192040"/>
                      </a:lnTo>
                      <a:close/>
                    </a:path>
                  </a:pathLst>
                </a:custGeom>
                <a:noFill/>
                <a:ln w="959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pic>
              <p:nvPicPr>
                <p:cNvPr id="538" name="Picture 537">
                  <a:extLst>
                    <a:ext uri="{FF2B5EF4-FFF2-40B4-BE49-F238E27FC236}">
                      <a16:creationId xmlns:a16="http://schemas.microsoft.com/office/drawing/2014/main" id="{60CEBECF-5C6C-9D13-5AF9-EAC3D284237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1726764" y="1934300"/>
                  <a:ext cx="268855" cy="307262"/>
                </a:xfrm>
                <a:custGeom>
                  <a:avLst/>
                  <a:gdLst>
                    <a:gd name="connsiteX0" fmla="*/ 0 w 268855"/>
                    <a:gd name="connsiteY0" fmla="*/ 0 h 307262"/>
                    <a:gd name="connsiteX1" fmla="*/ 268855 w 268855"/>
                    <a:gd name="connsiteY1" fmla="*/ 0 h 307262"/>
                    <a:gd name="connsiteX2" fmla="*/ 268855 w 268855"/>
                    <a:gd name="connsiteY2" fmla="*/ 307263 h 307262"/>
                    <a:gd name="connsiteX3" fmla="*/ 0 w 268855"/>
                    <a:gd name="connsiteY3" fmla="*/ 307263 h 3072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68855" h="307262">
                      <a:moveTo>
                        <a:pt x="0" y="0"/>
                      </a:moveTo>
                      <a:lnTo>
                        <a:pt x="268855" y="0"/>
                      </a:lnTo>
                      <a:lnTo>
                        <a:pt x="268855" y="307263"/>
                      </a:lnTo>
                      <a:lnTo>
                        <a:pt x="0" y="307263"/>
                      </a:lnTo>
                      <a:close/>
                    </a:path>
                  </a:pathLst>
                </a:custGeom>
              </p:spPr>
            </p:pic>
          </p:grpSp>
        </p:grpSp>
        <p:grpSp>
          <p:nvGrpSpPr>
            <p:cNvPr id="491" name="Graphic 7">
              <a:extLst>
                <a:ext uri="{FF2B5EF4-FFF2-40B4-BE49-F238E27FC236}">
                  <a16:creationId xmlns:a16="http://schemas.microsoft.com/office/drawing/2014/main" id="{4D51AB25-BE77-0CAA-6169-38A0B9C5A0D3}"/>
                </a:ext>
              </a:extLst>
            </p:cNvPr>
            <p:cNvGrpSpPr/>
            <p:nvPr/>
          </p:nvGrpSpPr>
          <p:grpSpPr>
            <a:xfrm>
              <a:off x="886593" y="1937276"/>
              <a:ext cx="277304" cy="38407"/>
              <a:chOff x="886593" y="1937276"/>
              <a:chExt cx="277304" cy="38407"/>
            </a:xfrm>
          </p:grpSpPr>
          <p:sp>
            <p:nvSpPr>
              <p:cNvPr id="527" name="Freeform: Shape 526">
                <a:extLst>
                  <a:ext uri="{FF2B5EF4-FFF2-40B4-BE49-F238E27FC236}">
                    <a16:creationId xmlns:a16="http://schemas.microsoft.com/office/drawing/2014/main" id="{C1C48169-E41E-8174-8987-FC70AADE7EA1}"/>
                  </a:ext>
                </a:extLst>
              </p:cNvPr>
              <p:cNvSpPr/>
              <p:nvPr/>
            </p:nvSpPr>
            <p:spPr>
              <a:xfrm>
                <a:off x="886593" y="1956480"/>
                <a:ext cx="219692" cy="3072"/>
              </a:xfrm>
              <a:custGeom>
                <a:avLst/>
                <a:gdLst>
                  <a:gd name="connsiteX0" fmla="*/ 1 w 219692"/>
                  <a:gd name="connsiteY0" fmla="*/ 3073 h 3072"/>
                  <a:gd name="connsiteX1" fmla="*/ 219693 w 219692"/>
                  <a:gd name="connsiteY1" fmla="*/ 1 h 3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19692" h="3072">
                    <a:moveTo>
                      <a:pt x="1" y="3073"/>
                    </a:moveTo>
                    <a:lnTo>
                      <a:pt x="219693" y="1"/>
                    </a:lnTo>
                  </a:path>
                </a:pathLst>
              </a:custGeom>
              <a:noFill/>
              <a:ln w="959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8" name="Freeform: Shape 527">
                <a:extLst>
                  <a:ext uri="{FF2B5EF4-FFF2-40B4-BE49-F238E27FC236}">
                    <a16:creationId xmlns:a16="http://schemas.microsoft.com/office/drawing/2014/main" id="{7B5596D6-9530-0235-159F-17C7DF7A6143}"/>
                  </a:ext>
                </a:extLst>
              </p:cNvPr>
              <p:cNvSpPr/>
              <p:nvPr/>
            </p:nvSpPr>
            <p:spPr>
              <a:xfrm>
                <a:off x="1105997" y="1937276"/>
                <a:ext cx="57899" cy="38407"/>
              </a:xfrm>
              <a:custGeom>
                <a:avLst/>
                <a:gdLst>
                  <a:gd name="connsiteX0" fmla="*/ 57900 w 57899"/>
                  <a:gd name="connsiteY0" fmla="*/ 18436 h 38407"/>
                  <a:gd name="connsiteX1" fmla="*/ 577 w 57899"/>
                  <a:gd name="connsiteY1" fmla="*/ 38408 h 38407"/>
                  <a:gd name="connsiteX2" fmla="*/ 1 w 57899"/>
                  <a:gd name="connsiteY2" fmla="*/ 1 h 384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7899" h="38407">
                    <a:moveTo>
                      <a:pt x="57900" y="18436"/>
                    </a:moveTo>
                    <a:lnTo>
                      <a:pt x="577" y="3840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9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492" name="Graphic 7">
              <a:extLst>
                <a:ext uri="{FF2B5EF4-FFF2-40B4-BE49-F238E27FC236}">
                  <a16:creationId xmlns:a16="http://schemas.microsoft.com/office/drawing/2014/main" id="{DBAD4315-7616-F8C5-371E-AF5F49345F48}"/>
                </a:ext>
              </a:extLst>
            </p:cNvPr>
            <p:cNvGrpSpPr/>
            <p:nvPr/>
          </p:nvGrpSpPr>
          <p:grpSpPr>
            <a:xfrm>
              <a:off x="2424059" y="1952736"/>
              <a:ext cx="219692" cy="38311"/>
              <a:chOff x="2424059" y="1952736"/>
              <a:chExt cx="219692" cy="38311"/>
            </a:xfrm>
          </p:grpSpPr>
          <p:sp>
            <p:nvSpPr>
              <p:cNvPr id="525" name="Freeform: Shape 524">
                <a:extLst>
                  <a:ext uri="{FF2B5EF4-FFF2-40B4-BE49-F238E27FC236}">
                    <a16:creationId xmlns:a16="http://schemas.microsoft.com/office/drawing/2014/main" id="{86F06FEA-7C78-AD04-0565-F7EF28229FAC}"/>
                  </a:ext>
                </a:extLst>
              </p:cNvPr>
              <p:cNvSpPr/>
              <p:nvPr/>
            </p:nvSpPr>
            <p:spPr>
              <a:xfrm>
                <a:off x="2481671" y="1967907"/>
                <a:ext cx="162081" cy="4032"/>
              </a:xfrm>
              <a:custGeom>
                <a:avLst/>
                <a:gdLst>
                  <a:gd name="connsiteX0" fmla="*/ 162082 w 162081"/>
                  <a:gd name="connsiteY0" fmla="*/ 1 h 4032"/>
                  <a:gd name="connsiteX1" fmla="*/ 1 w 162081"/>
                  <a:gd name="connsiteY1" fmla="*/ 4033 h 40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62081" h="4032">
                    <a:moveTo>
                      <a:pt x="162082" y="1"/>
                    </a:moveTo>
                    <a:lnTo>
                      <a:pt x="1" y="4033"/>
                    </a:lnTo>
                  </a:path>
                </a:pathLst>
              </a:custGeom>
              <a:noFill/>
              <a:ln w="959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6" name="Freeform: Shape 525">
                <a:extLst>
                  <a:ext uri="{FF2B5EF4-FFF2-40B4-BE49-F238E27FC236}">
                    <a16:creationId xmlns:a16="http://schemas.microsoft.com/office/drawing/2014/main" id="{3FB6A5D4-721C-E104-689D-BDF8DD64C04F}"/>
                  </a:ext>
                </a:extLst>
              </p:cNvPr>
              <p:cNvSpPr/>
              <p:nvPr/>
            </p:nvSpPr>
            <p:spPr>
              <a:xfrm>
                <a:off x="2424059" y="1952736"/>
                <a:ext cx="58091" cy="38311"/>
              </a:xfrm>
              <a:custGeom>
                <a:avLst/>
                <a:gdLst>
                  <a:gd name="connsiteX0" fmla="*/ 1 w 58091"/>
                  <a:gd name="connsiteY0" fmla="*/ 20549 h 38311"/>
                  <a:gd name="connsiteX1" fmla="*/ 57132 w 58091"/>
                  <a:gd name="connsiteY1" fmla="*/ 1 h 38311"/>
                  <a:gd name="connsiteX2" fmla="*/ 58092 w 58091"/>
                  <a:gd name="connsiteY2" fmla="*/ 38312 h 383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8091" h="38311">
                    <a:moveTo>
                      <a:pt x="1" y="20549"/>
                    </a:moveTo>
                    <a:lnTo>
                      <a:pt x="57132" y="1"/>
                    </a:lnTo>
                    <a:lnTo>
                      <a:pt x="58092" y="38312"/>
                    </a:lnTo>
                    <a:close/>
                  </a:path>
                </a:pathLst>
              </a:custGeom>
              <a:solidFill>
                <a:srgbClr val="000000"/>
              </a:solidFill>
              <a:ln w="959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493" name="Graphic 7">
              <a:extLst>
                <a:ext uri="{FF2B5EF4-FFF2-40B4-BE49-F238E27FC236}">
                  <a16:creationId xmlns:a16="http://schemas.microsoft.com/office/drawing/2014/main" id="{8BA75F25-D91A-DBB6-36D0-9C3212385744}"/>
                </a:ext>
              </a:extLst>
            </p:cNvPr>
            <p:cNvGrpSpPr/>
            <p:nvPr/>
          </p:nvGrpSpPr>
          <p:grpSpPr>
            <a:xfrm>
              <a:off x="1251467" y="1555022"/>
              <a:ext cx="748953" cy="296508"/>
              <a:chOff x="1251467" y="1555022"/>
              <a:chExt cx="748953" cy="296508"/>
            </a:xfrm>
          </p:grpSpPr>
          <p:sp>
            <p:nvSpPr>
              <p:cNvPr id="523" name="Freeform: Shape 522">
                <a:extLst>
                  <a:ext uri="{FF2B5EF4-FFF2-40B4-BE49-F238E27FC236}">
                    <a16:creationId xmlns:a16="http://schemas.microsoft.com/office/drawing/2014/main" id="{208EB900-E11F-D074-D1A5-0399FE8C0AAA}"/>
                  </a:ext>
                </a:extLst>
              </p:cNvPr>
              <p:cNvSpPr/>
              <p:nvPr/>
            </p:nvSpPr>
            <p:spPr>
              <a:xfrm>
                <a:off x="1270671" y="1555022"/>
                <a:ext cx="729749" cy="238896"/>
              </a:xfrm>
              <a:custGeom>
                <a:avLst/>
                <a:gdLst>
                  <a:gd name="connsiteX0" fmla="*/ 729750 w 729749"/>
                  <a:gd name="connsiteY0" fmla="*/ 192040 h 238896"/>
                  <a:gd name="connsiteX1" fmla="*/ 729750 w 729749"/>
                  <a:gd name="connsiteY1" fmla="*/ 1 h 238896"/>
                  <a:gd name="connsiteX2" fmla="*/ 1 w 729749"/>
                  <a:gd name="connsiteY2" fmla="*/ 1 h 238896"/>
                  <a:gd name="connsiteX3" fmla="*/ 1 w 729749"/>
                  <a:gd name="connsiteY3" fmla="*/ 238897 h 23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29749" h="238896">
                    <a:moveTo>
                      <a:pt x="729750" y="192040"/>
                    </a:moveTo>
                    <a:lnTo>
                      <a:pt x="729750" y="1"/>
                    </a:lnTo>
                    <a:lnTo>
                      <a:pt x="1" y="1"/>
                    </a:lnTo>
                    <a:lnTo>
                      <a:pt x="1" y="238897"/>
                    </a:lnTo>
                  </a:path>
                </a:pathLst>
              </a:custGeom>
              <a:noFill/>
              <a:ln w="9598" cap="flat">
                <a:solidFill>
                  <a:srgbClr val="FF060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4" name="Freeform: Shape 523">
                <a:extLst>
                  <a:ext uri="{FF2B5EF4-FFF2-40B4-BE49-F238E27FC236}">
                    <a16:creationId xmlns:a16="http://schemas.microsoft.com/office/drawing/2014/main" id="{E209ABE4-84F0-5AFD-CCCE-F4136A973A6D}"/>
                  </a:ext>
                </a:extLst>
              </p:cNvPr>
              <p:cNvSpPr/>
              <p:nvPr/>
            </p:nvSpPr>
            <p:spPr>
              <a:xfrm>
                <a:off x="1251467" y="1793919"/>
                <a:ext cx="38407" cy="57611"/>
              </a:xfrm>
              <a:custGeom>
                <a:avLst/>
                <a:gdLst>
                  <a:gd name="connsiteX0" fmla="*/ 19204 w 38407"/>
                  <a:gd name="connsiteY0" fmla="*/ 57612 h 57611"/>
                  <a:gd name="connsiteX1" fmla="*/ 1 w 38407"/>
                  <a:gd name="connsiteY1" fmla="*/ 1 h 57611"/>
                  <a:gd name="connsiteX2" fmla="*/ 38408 w 38407"/>
                  <a:gd name="connsiteY2" fmla="*/ 1 h 57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8407" h="57611">
                    <a:moveTo>
                      <a:pt x="19204" y="57612"/>
                    </a:moveTo>
                    <a:lnTo>
                      <a:pt x="1" y="1"/>
                    </a:lnTo>
                    <a:lnTo>
                      <a:pt x="38408" y="1"/>
                    </a:lnTo>
                    <a:close/>
                  </a:path>
                </a:pathLst>
              </a:custGeom>
              <a:solidFill>
                <a:srgbClr val="FF0606"/>
              </a:solidFill>
              <a:ln w="9598" cap="flat">
                <a:solidFill>
                  <a:srgbClr val="FF060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494" name="Graphic 7">
              <a:extLst>
                <a:ext uri="{FF2B5EF4-FFF2-40B4-BE49-F238E27FC236}">
                  <a16:creationId xmlns:a16="http://schemas.microsoft.com/office/drawing/2014/main" id="{A25762A7-6A62-0969-B451-0796A22D58A8}"/>
                </a:ext>
              </a:extLst>
            </p:cNvPr>
            <p:cNvGrpSpPr/>
            <p:nvPr/>
          </p:nvGrpSpPr>
          <p:grpSpPr>
            <a:xfrm>
              <a:off x="1904401" y="1651042"/>
              <a:ext cx="192039" cy="192039"/>
              <a:chOff x="1904401" y="1651042"/>
              <a:chExt cx="192039" cy="192039"/>
            </a:xfrm>
          </p:grpSpPr>
          <p:sp>
            <p:nvSpPr>
              <p:cNvPr id="521" name="Freeform: Shape 520">
                <a:extLst>
                  <a:ext uri="{FF2B5EF4-FFF2-40B4-BE49-F238E27FC236}">
                    <a16:creationId xmlns:a16="http://schemas.microsoft.com/office/drawing/2014/main" id="{CF6F0623-DC86-7D7F-AC39-4362A7C7C000}"/>
                  </a:ext>
                </a:extLst>
              </p:cNvPr>
              <p:cNvSpPr/>
              <p:nvPr/>
            </p:nvSpPr>
            <p:spPr>
              <a:xfrm>
                <a:off x="1971615" y="1718256"/>
                <a:ext cx="57611" cy="57611"/>
              </a:xfrm>
              <a:custGeom>
                <a:avLst/>
                <a:gdLst>
                  <a:gd name="connsiteX0" fmla="*/ 57612 w 57611"/>
                  <a:gd name="connsiteY0" fmla="*/ 28806 h 57611"/>
                  <a:gd name="connsiteX1" fmla="*/ 28806 w 57611"/>
                  <a:gd name="connsiteY1" fmla="*/ 57612 h 57611"/>
                  <a:gd name="connsiteX2" fmla="*/ 1 w 57611"/>
                  <a:gd name="connsiteY2" fmla="*/ 28806 h 57611"/>
                  <a:gd name="connsiteX3" fmla="*/ 28806 w 57611"/>
                  <a:gd name="connsiteY3" fmla="*/ 1 h 57611"/>
                  <a:gd name="connsiteX4" fmla="*/ 57612 w 57611"/>
                  <a:gd name="connsiteY4" fmla="*/ 28806 h 57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611" h="57611">
                    <a:moveTo>
                      <a:pt x="57612" y="28806"/>
                    </a:moveTo>
                    <a:cubicBezTo>
                      <a:pt x="57612" y="44715"/>
                      <a:pt x="44716" y="57612"/>
                      <a:pt x="28806" y="57612"/>
                    </a:cubicBezTo>
                    <a:cubicBezTo>
                      <a:pt x="12897" y="57612"/>
                      <a:pt x="1" y="44715"/>
                      <a:pt x="1" y="28806"/>
                    </a:cubicBezTo>
                    <a:cubicBezTo>
                      <a:pt x="1" y="12897"/>
                      <a:pt x="12897" y="1"/>
                      <a:pt x="28806" y="1"/>
                    </a:cubicBezTo>
                    <a:cubicBezTo>
                      <a:pt x="44716" y="1"/>
                      <a:pt x="57612" y="12897"/>
                      <a:pt x="57612" y="28806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2" name="Freeform: Shape 521">
                <a:extLst>
                  <a:ext uri="{FF2B5EF4-FFF2-40B4-BE49-F238E27FC236}">
                    <a16:creationId xmlns:a16="http://schemas.microsoft.com/office/drawing/2014/main" id="{8859239F-66AE-B928-33B5-B652677BE715}"/>
                  </a:ext>
                </a:extLst>
              </p:cNvPr>
              <p:cNvSpPr/>
              <p:nvPr/>
            </p:nvSpPr>
            <p:spPr>
              <a:xfrm>
                <a:off x="1904401" y="1651042"/>
                <a:ext cx="192039" cy="192039"/>
              </a:xfrm>
              <a:custGeom>
                <a:avLst/>
                <a:gdLst>
                  <a:gd name="connsiteX0" fmla="*/ 1 w 192039"/>
                  <a:gd name="connsiteY0" fmla="*/ 1 h 192039"/>
                  <a:gd name="connsiteX1" fmla="*/ 192040 w 192039"/>
                  <a:gd name="connsiteY1" fmla="*/ 1 h 192039"/>
                  <a:gd name="connsiteX2" fmla="*/ 192040 w 192039"/>
                  <a:gd name="connsiteY2" fmla="*/ 192040 h 192039"/>
                  <a:gd name="connsiteX3" fmla="*/ 1 w 192039"/>
                  <a:gd name="connsiteY3" fmla="*/ 192040 h 1920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039" h="192039">
                    <a:moveTo>
                      <a:pt x="1" y="1"/>
                    </a:moveTo>
                    <a:lnTo>
                      <a:pt x="192040" y="1"/>
                    </a:lnTo>
                    <a:lnTo>
                      <a:pt x="192040" y="192040"/>
                    </a:lnTo>
                    <a:lnTo>
                      <a:pt x="1" y="192040"/>
                    </a:lnTo>
                    <a:close/>
                  </a:path>
                </a:pathLst>
              </a:custGeom>
              <a:noFill/>
              <a:ln w="95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495" name="Graphic 7">
              <a:extLst>
                <a:ext uri="{FF2B5EF4-FFF2-40B4-BE49-F238E27FC236}">
                  <a16:creationId xmlns:a16="http://schemas.microsoft.com/office/drawing/2014/main" id="{6174544E-3DEC-A392-85E2-9EE7261F814C}"/>
                </a:ext>
              </a:extLst>
            </p:cNvPr>
            <p:cNvGrpSpPr/>
            <p:nvPr/>
          </p:nvGrpSpPr>
          <p:grpSpPr>
            <a:xfrm>
              <a:off x="1174652" y="1862285"/>
              <a:ext cx="192039" cy="192039"/>
              <a:chOff x="1174652" y="1862285"/>
              <a:chExt cx="192039" cy="192039"/>
            </a:xfrm>
            <a:solidFill>
              <a:srgbClr val="FFFFFF"/>
            </a:solidFill>
          </p:grpSpPr>
          <p:sp>
            <p:nvSpPr>
              <p:cNvPr id="519" name="Freeform: Shape 518">
                <a:extLst>
                  <a:ext uri="{FF2B5EF4-FFF2-40B4-BE49-F238E27FC236}">
                    <a16:creationId xmlns:a16="http://schemas.microsoft.com/office/drawing/2014/main" id="{201B535B-3D13-27DB-2384-525D4E016662}"/>
                  </a:ext>
                </a:extLst>
              </p:cNvPr>
              <p:cNvSpPr/>
              <p:nvPr/>
            </p:nvSpPr>
            <p:spPr>
              <a:xfrm>
                <a:off x="1174652" y="1862285"/>
                <a:ext cx="192039" cy="192039"/>
              </a:xfrm>
              <a:custGeom>
                <a:avLst/>
                <a:gdLst>
                  <a:gd name="connsiteX0" fmla="*/ 1 w 192039"/>
                  <a:gd name="connsiteY0" fmla="*/ 1 h 192039"/>
                  <a:gd name="connsiteX1" fmla="*/ 192040 w 192039"/>
                  <a:gd name="connsiteY1" fmla="*/ 1 h 192039"/>
                  <a:gd name="connsiteX2" fmla="*/ 192040 w 192039"/>
                  <a:gd name="connsiteY2" fmla="*/ 192040 h 192039"/>
                  <a:gd name="connsiteX3" fmla="*/ 1 w 192039"/>
                  <a:gd name="connsiteY3" fmla="*/ 192040 h 1920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039" h="192039">
                    <a:moveTo>
                      <a:pt x="1" y="1"/>
                    </a:moveTo>
                    <a:lnTo>
                      <a:pt x="192040" y="1"/>
                    </a:lnTo>
                    <a:lnTo>
                      <a:pt x="192040" y="192040"/>
                    </a:lnTo>
                    <a:lnTo>
                      <a:pt x="1" y="192040"/>
                    </a:lnTo>
                    <a:close/>
                  </a:path>
                </a:pathLst>
              </a:custGeom>
              <a:solidFill>
                <a:srgbClr val="FFFFFF"/>
              </a:solidFill>
              <a:ln w="959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pic>
            <p:nvPicPr>
              <p:cNvPr id="520" name="Picture 519">
                <a:extLst>
                  <a:ext uri="{FF2B5EF4-FFF2-40B4-BE49-F238E27FC236}">
                    <a16:creationId xmlns:a16="http://schemas.microsoft.com/office/drawing/2014/main" id="{BA880DA5-7B97-CB5C-6374-C4AF545BF8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79453" y="1891091"/>
                <a:ext cx="172835" cy="163233"/>
              </a:xfrm>
              <a:custGeom>
                <a:avLst/>
                <a:gdLst>
                  <a:gd name="connsiteX0" fmla="*/ 0 w 172835"/>
                  <a:gd name="connsiteY0" fmla="*/ 0 h 163233"/>
                  <a:gd name="connsiteX1" fmla="*/ 172835 w 172835"/>
                  <a:gd name="connsiteY1" fmla="*/ 0 h 163233"/>
                  <a:gd name="connsiteX2" fmla="*/ 172835 w 172835"/>
                  <a:gd name="connsiteY2" fmla="*/ 163233 h 163233"/>
                  <a:gd name="connsiteX3" fmla="*/ 0 w 172835"/>
                  <a:gd name="connsiteY3" fmla="*/ 163233 h 1632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2835" h="163233">
                    <a:moveTo>
                      <a:pt x="0" y="0"/>
                    </a:moveTo>
                    <a:lnTo>
                      <a:pt x="172835" y="0"/>
                    </a:lnTo>
                    <a:lnTo>
                      <a:pt x="172835" y="163233"/>
                    </a:lnTo>
                    <a:lnTo>
                      <a:pt x="0" y="163233"/>
                    </a:lnTo>
                    <a:close/>
                  </a:path>
                </a:pathLst>
              </a:custGeom>
            </p:spPr>
          </p:pic>
        </p:grpSp>
        <p:grpSp>
          <p:nvGrpSpPr>
            <p:cNvPr id="496" name="Graphic 7">
              <a:extLst>
                <a:ext uri="{FF2B5EF4-FFF2-40B4-BE49-F238E27FC236}">
                  <a16:creationId xmlns:a16="http://schemas.microsoft.com/office/drawing/2014/main" id="{4BB58B0B-ACB8-0A18-2454-CC87B88887FF}"/>
                </a:ext>
              </a:extLst>
            </p:cNvPr>
            <p:cNvGrpSpPr/>
            <p:nvPr/>
          </p:nvGrpSpPr>
          <p:grpSpPr>
            <a:xfrm>
              <a:off x="1366691" y="1939101"/>
              <a:ext cx="190887" cy="38407"/>
              <a:chOff x="1366691" y="1939101"/>
              <a:chExt cx="190887" cy="38407"/>
            </a:xfrm>
          </p:grpSpPr>
          <p:sp>
            <p:nvSpPr>
              <p:cNvPr id="517" name="Freeform: Shape 516">
                <a:extLst>
                  <a:ext uri="{FF2B5EF4-FFF2-40B4-BE49-F238E27FC236}">
                    <a16:creationId xmlns:a16="http://schemas.microsoft.com/office/drawing/2014/main" id="{118736A6-33A6-A80E-7316-198DA704469C}"/>
                  </a:ext>
                </a:extLst>
              </p:cNvPr>
              <p:cNvSpPr/>
              <p:nvPr/>
            </p:nvSpPr>
            <p:spPr>
              <a:xfrm>
                <a:off x="1366691" y="1958305"/>
                <a:ext cx="133275" cy="9601"/>
              </a:xfrm>
              <a:custGeom>
                <a:avLst/>
                <a:gdLst>
                  <a:gd name="connsiteX0" fmla="*/ 1 w 133275"/>
                  <a:gd name="connsiteY0" fmla="*/ 1 h 9601"/>
                  <a:gd name="connsiteX1" fmla="*/ 133276 w 133275"/>
                  <a:gd name="connsiteY1" fmla="*/ 1 h 9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3275" h="9601">
                    <a:moveTo>
                      <a:pt x="1" y="1"/>
                    </a:moveTo>
                    <a:lnTo>
                      <a:pt x="133276" y="1"/>
                    </a:lnTo>
                  </a:path>
                </a:pathLst>
              </a:custGeom>
              <a:noFill/>
              <a:ln w="959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8" name="Freeform: Shape 517">
                <a:extLst>
                  <a:ext uri="{FF2B5EF4-FFF2-40B4-BE49-F238E27FC236}">
                    <a16:creationId xmlns:a16="http://schemas.microsoft.com/office/drawing/2014/main" id="{60AF2E4B-6D92-80F7-2FB5-D8F97F2A5158}"/>
                  </a:ext>
                </a:extLst>
              </p:cNvPr>
              <p:cNvSpPr/>
              <p:nvPr/>
            </p:nvSpPr>
            <p:spPr>
              <a:xfrm>
                <a:off x="1499966" y="1939101"/>
                <a:ext cx="57611" cy="38407"/>
              </a:xfrm>
              <a:custGeom>
                <a:avLst/>
                <a:gdLst>
                  <a:gd name="connsiteX0" fmla="*/ 57612 w 57611"/>
                  <a:gd name="connsiteY0" fmla="*/ 19204 h 38407"/>
                  <a:gd name="connsiteX1" fmla="*/ 1 w 57611"/>
                  <a:gd name="connsiteY1" fmla="*/ 38408 h 38407"/>
                  <a:gd name="connsiteX2" fmla="*/ 1 w 57611"/>
                  <a:gd name="connsiteY2" fmla="*/ 1 h 384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7611" h="38407">
                    <a:moveTo>
                      <a:pt x="57612" y="19204"/>
                    </a:moveTo>
                    <a:lnTo>
                      <a:pt x="1" y="3840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9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497" name="Graphic 7">
              <a:extLst>
                <a:ext uri="{FF2B5EF4-FFF2-40B4-BE49-F238E27FC236}">
                  <a16:creationId xmlns:a16="http://schemas.microsoft.com/office/drawing/2014/main" id="{58056959-8EE6-30A6-AD66-DCDEF3DEF022}"/>
                </a:ext>
              </a:extLst>
            </p:cNvPr>
            <p:cNvGrpSpPr/>
            <p:nvPr/>
          </p:nvGrpSpPr>
          <p:grpSpPr>
            <a:xfrm>
              <a:off x="2654506" y="1950623"/>
              <a:ext cx="58092" cy="38407"/>
              <a:chOff x="2654506" y="1950623"/>
              <a:chExt cx="58092" cy="38407"/>
            </a:xfrm>
          </p:grpSpPr>
          <p:sp>
            <p:nvSpPr>
              <p:cNvPr id="515" name="Freeform: Shape 514">
                <a:extLst>
                  <a:ext uri="{FF2B5EF4-FFF2-40B4-BE49-F238E27FC236}">
                    <a16:creationId xmlns:a16="http://schemas.microsoft.com/office/drawing/2014/main" id="{1F7D7E91-478B-E0F9-A661-D3CD66E41B26}"/>
                  </a:ext>
                </a:extLst>
              </p:cNvPr>
              <p:cNvSpPr/>
              <p:nvPr/>
            </p:nvSpPr>
            <p:spPr>
              <a:xfrm>
                <a:off x="2701364" y="1969539"/>
                <a:ext cx="10754" cy="288"/>
              </a:xfrm>
              <a:custGeom>
                <a:avLst/>
                <a:gdLst>
                  <a:gd name="connsiteX0" fmla="*/ 1 w 10754"/>
                  <a:gd name="connsiteY0" fmla="*/ 1 h 288"/>
                  <a:gd name="connsiteX1" fmla="*/ 10755 w 10754"/>
                  <a:gd name="connsiteY1" fmla="*/ 289 h 2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754" h="288">
                    <a:moveTo>
                      <a:pt x="1" y="1"/>
                    </a:moveTo>
                    <a:lnTo>
                      <a:pt x="10755" y="289"/>
                    </a:lnTo>
                  </a:path>
                </a:pathLst>
              </a:custGeom>
              <a:noFill/>
              <a:ln w="959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6" name="Freeform: Shape 515">
                <a:extLst>
                  <a:ext uri="{FF2B5EF4-FFF2-40B4-BE49-F238E27FC236}">
                    <a16:creationId xmlns:a16="http://schemas.microsoft.com/office/drawing/2014/main" id="{D8D26DD7-B438-98B8-EEA4-F96B1CD6ACD3}"/>
                  </a:ext>
                </a:extLst>
              </p:cNvPr>
              <p:cNvSpPr/>
              <p:nvPr/>
            </p:nvSpPr>
            <p:spPr>
              <a:xfrm>
                <a:off x="2654506" y="1950623"/>
                <a:ext cx="58092" cy="38407"/>
              </a:xfrm>
              <a:custGeom>
                <a:avLst/>
                <a:gdLst>
                  <a:gd name="connsiteX0" fmla="*/ 1 w 58092"/>
                  <a:gd name="connsiteY0" fmla="*/ 17572 h 38407"/>
                  <a:gd name="connsiteX1" fmla="*/ 58093 w 58092"/>
                  <a:gd name="connsiteY1" fmla="*/ 1 h 38407"/>
                  <a:gd name="connsiteX2" fmla="*/ 57036 w 58092"/>
                  <a:gd name="connsiteY2" fmla="*/ 38408 h 384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8092" h="38407">
                    <a:moveTo>
                      <a:pt x="1" y="17572"/>
                    </a:moveTo>
                    <a:lnTo>
                      <a:pt x="58093" y="1"/>
                    </a:lnTo>
                    <a:lnTo>
                      <a:pt x="57036" y="38408"/>
                    </a:lnTo>
                    <a:close/>
                  </a:path>
                </a:pathLst>
              </a:custGeom>
              <a:solidFill>
                <a:srgbClr val="000000"/>
              </a:solidFill>
              <a:ln w="959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498" name="Graphic 7">
              <a:extLst>
                <a:ext uri="{FF2B5EF4-FFF2-40B4-BE49-F238E27FC236}">
                  <a16:creationId xmlns:a16="http://schemas.microsoft.com/office/drawing/2014/main" id="{D7A809E4-3CEE-1423-AE8D-85D71AB8E971}"/>
                </a:ext>
              </a:extLst>
            </p:cNvPr>
            <p:cNvGrpSpPr/>
            <p:nvPr/>
          </p:nvGrpSpPr>
          <p:grpSpPr>
            <a:xfrm>
              <a:off x="2643752" y="1871887"/>
              <a:ext cx="192039" cy="192039"/>
              <a:chOff x="2643752" y="1871887"/>
              <a:chExt cx="192039" cy="192039"/>
            </a:xfrm>
            <a:solidFill>
              <a:srgbClr val="FFFFFF"/>
            </a:solidFill>
          </p:grpSpPr>
          <p:sp>
            <p:nvSpPr>
              <p:cNvPr id="513" name="Freeform: Shape 512">
                <a:extLst>
                  <a:ext uri="{FF2B5EF4-FFF2-40B4-BE49-F238E27FC236}">
                    <a16:creationId xmlns:a16="http://schemas.microsoft.com/office/drawing/2014/main" id="{A98AA20E-6AD9-22D6-E80C-F917306E03D4}"/>
                  </a:ext>
                </a:extLst>
              </p:cNvPr>
              <p:cNvSpPr/>
              <p:nvPr/>
            </p:nvSpPr>
            <p:spPr>
              <a:xfrm>
                <a:off x="2643752" y="1871887"/>
                <a:ext cx="192039" cy="192039"/>
              </a:xfrm>
              <a:custGeom>
                <a:avLst/>
                <a:gdLst>
                  <a:gd name="connsiteX0" fmla="*/ 1 w 192039"/>
                  <a:gd name="connsiteY0" fmla="*/ 1 h 192039"/>
                  <a:gd name="connsiteX1" fmla="*/ 192040 w 192039"/>
                  <a:gd name="connsiteY1" fmla="*/ 1 h 192039"/>
                  <a:gd name="connsiteX2" fmla="*/ 192040 w 192039"/>
                  <a:gd name="connsiteY2" fmla="*/ 192040 h 192039"/>
                  <a:gd name="connsiteX3" fmla="*/ 1 w 192039"/>
                  <a:gd name="connsiteY3" fmla="*/ 192040 h 1920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039" h="192039">
                    <a:moveTo>
                      <a:pt x="1" y="1"/>
                    </a:moveTo>
                    <a:lnTo>
                      <a:pt x="192040" y="1"/>
                    </a:lnTo>
                    <a:lnTo>
                      <a:pt x="192040" y="192040"/>
                    </a:lnTo>
                    <a:lnTo>
                      <a:pt x="1" y="192040"/>
                    </a:lnTo>
                    <a:close/>
                  </a:path>
                </a:pathLst>
              </a:custGeom>
              <a:solidFill>
                <a:srgbClr val="FFFFFF"/>
              </a:solidFill>
              <a:ln w="959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pic>
            <p:nvPicPr>
              <p:cNvPr id="514" name="Picture 513">
                <a:extLst>
                  <a:ext uri="{FF2B5EF4-FFF2-40B4-BE49-F238E27FC236}">
                    <a16:creationId xmlns:a16="http://schemas.microsoft.com/office/drawing/2014/main" id="{927386F8-5ED6-F6C6-F045-EE9F340D83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48553" y="1900693"/>
                <a:ext cx="172835" cy="163233"/>
              </a:xfrm>
              <a:custGeom>
                <a:avLst/>
                <a:gdLst>
                  <a:gd name="connsiteX0" fmla="*/ 0 w 172835"/>
                  <a:gd name="connsiteY0" fmla="*/ 0 h 163233"/>
                  <a:gd name="connsiteX1" fmla="*/ 172835 w 172835"/>
                  <a:gd name="connsiteY1" fmla="*/ 0 h 163233"/>
                  <a:gd name="connsiteX2" fmla="*/ 172835 w 172835"/>
                  <a:gd name="connsiteY2" fmla="*/ 163233 h 163233"/>
                  <a:gd name="connsiteX3" fmla="*/ 0 w 172835"/>
                  <a:gd name="connsiteY3" fmla="*/ 163233 h 1632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2835" h="163233">
                    <a:moveTo>
                      <a:pt x="0" y="0"/>
                    </a:moveTo>
                    <a:lnTo>
                      <a:pt x="172835" y="0"/>
                    </a:lnTo>
                    <a:lnTo>
                      <a:pt x="172835" y="163233"/>
                    </a:lnTo>
                    <a:lnTo>
                      <a:pt x="0" y="163233"/>
                    </a:lnTo>
                    <a:close/>
                  </a:path>
                </a:pathLst>
              </a:custGeom>
            </p:spPr>
          </p:pic>
        </p:grpSp>
        <p:grpSp>
          <p:nvGrpSpPr>
            <p:cNvPr id="499" name="Graphic 7">
              <a:extLst>
                <a:ext uri="{FF2B5EF4-FFF2-40B4-BE49-F238E27FC236}">
                  <a16:creationId xmlns:a16="http://schemas.microsoft.com/office/drawing/2014/main" id="{A1A6E306-671B-7CF6-0001-9E7610FF76E1}"/>
                </a:ext>
              </a:extLst>
            </p:cNvPr>
            <p:cNvGrpSpPr/>
            <p:nvPr/>
          </p:nvGrpSpPr>
          <p:grpSpPr>
            <a:xfrm>
              <a:off x="2851347" y="1708654"/>
              <a:ext cx="330115" cy="393680"/>
              <a:chOff x="2851347" y="1708654"/>
              <a:chExt cx="330115" cy="393680"/>
            </a:xfrm>
          </p:grpSpPr>
          <p:grpSp>
            <p:nvGrpSpPr>
              <p:cNvPr id="509" name="Graphic 7">
                <a:extLst>
                  <a:ext uri="{FF2B5EF4-FFF2-40B4-BE49-F238E27FC236}">
                    <a16:creationId xmlns:a16="http://schemas.microsoft.com/office/drawing/2014/main" id="{794DD4DD-3A57-07B2-E160-0116FE0B2ACA}"/>
                  </a:ext>
                </a:extLst>
              </p:cNvPr>
              <p:cNvGrpSpPr/>
              <p:nvPr/>
            </p:nvGrpSpPr>
            <p:grpSpPr>
              <a:xfrm>
                <a:off x="2851347" y="1948991"/>
                <a:ext cx="277304" cy="38407"/>
                <a:chOff x="2851347" y="1948991"/>
                <a:chExt cx="277304" cy="38407"/>
              </a:xfrm>
            </p:grpSpPr>
            <p:sp>
              <p:nvSpPr>
                <p:cNvPr id="511" name="Freeform: Shape 510">
                  <a:extLst>
                    <a:ext uri="{FF2B5EF4-FFF2-40B4-BE49-F238E27FC236}">
                      <a16:creationId xmlns:a16="http://schemas.microsoft.com/office/drawing/2014/main" id="{AAAF467E-5612-0B86-5E16-BB7AEDC223EE}"/>
                    </a:ext>
                  </a:extLst>
                </p:cNvPr>
                <p:cNvSpPr/>
                <p:nvPr/>
              </p:nvSpPr>
              <p:spPr>
                <a:xfrm>
                  <a:off x="2908958" y="1965122"/>
                  <a:ext cx="219692" cy="3072"/>
                </a:xfrm>
                <a:custGeom>
                  <a:avLst/>
                  <a:gdLst>
                    <a:gd name="connsiteX0" fmla="*/ 219694 w 219692"/>
                    <a:gd name="connsiteY0" fmla="*/ 1 h 3072"/>
                    <a:gd name="connsiteX1" fmla="*/ 1 w 219692"/>
                    <a:gd name="connsiteY1" fmla="*/ 3073 h 30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19692" h="3072">
                      <a:moveTo>
                        <a:pt x="219694" y="1"/>
                      </a:moveTo>
                      <a:lnTo>
                        <a:pt x="1" y="3073"/>
                      </a:lnTo>
                    </a:path>
                  </a:pathLst>
                </a:custGeom>
                <a:noFill/>
                <a:ln w="9598" cap="flat">
                  <a:solidFill>
                    <a:srgbClr val="CCCC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12" name="Freeform: Shape 511">
                  <a:extLst>
                    <a:ext uri="{FF2B5EF4-FFF2-40B4-BE49-F238E27FC236}">
                      <a16:creationId xmlns:a16="http://schemas.microsoft.com/office/drawing/2014/main" id="{3DC7AE9B-5B4A-67D2-BE11-AFE13AA40EDF}"/>
                    </a:ext>
                  </a:extLst>
                </p:cNvPr>
                <p:cNvSpPr/>
                <p:nvPr/>
              </p:nvSpPr>
              <p:spPr>
                <a:xfrm>
                  <a:off x="2851347" y="1948991"/>
                  <a:ext cx="57899" cy="38407"/>
                </a:xfrm>
                <a:custGeom>
                  <a:avLst/>
                  <a:gdLst>
                    <a:gd name="connsiteX0" fmla="*/ 1 w 57899"/>
                    <a:gd name="connsiteY0" fmla="*/ 19973 h 38407"/>
                    <a:gd name="connsiteX1" fmla="*/ 57324 w 57899"/>
                    <a:gd name="connsiteY1" fmla="*/ 1 h 38407"/>
                    <a:gd name="connsiteX2" fmla="*/ 57900 w 57899"/>
                    <a:gd name="connsiteY2" fmla="*/ 38408 h 384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7899" h="38407">
                      <a:moveTo>
                        <a:pt x="1" y="19973"/>
                      </a:moveTo>
                      <a:lnTo>
                        <a:pt x="57324" y="1"/>
                      </a:lnTo>
                      <a:lnTo>
                        <a:pt x="57900" y="38408"/>
                      </a:lnTo>
                      <a:close/>
                    </a:path>
                  </a:pathLst>
                </a:custGeom>
                <a:solidFill>
                  <a:srgbClr val="CCCC00"/>
                </a:solidFill>
                <a:ln w="9598" cap="flat">
                  <a:solidFill>
                    <a:srgbClr val="CCCC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pic>
            <p:nvPicPr>
              <p:cNvPr id="510" name="Picture 509">
                <a:extLst>
                  <a:ext uri="{FF2B5EF4-FFF2-40B4-BE49-F238E27FC236}">
                    <a16:creationId xmlns:a16="http://schemas.microsoft.com/office/drawing/2014/main" id="{33B3CEB3-6191-4327-5024-BDEDFEDB36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41413" y="1708654"/>
                <a:ext cx="240049" cy="393680"/>
              </a:xfrm>
              <a:custGeom>
                <a:avLst/>
                <a:gdLst>
                  <a:gd name="connsiteX0" fmla="*/ 0 w 240049"/>
                  <a:gd name="connsiteY0" fmla="*/ 0 h 393680"/>
                  <a:gd name="connsiteX1" fmla="*/ 240049 w 240049"/>
                  <a:gd name="connsiteY1" fmla="*/ 0 h 393680"/>
                  <a:gd name="connsiteX2" fmla="*/ 240049 w 240049"/>
                  <a:gd name="connsiteY2" fmla="*/ 393681 h 393680"/>
                  <a:gd name="connsiteX3" fmla="*/ 0 w 240049"/>
                  <a:gd name="connsiteY3" fmla="*/ 393681 h 393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0049" h="393680">
                    <a:moveTo>
                      <a:pt x="0" y="0"/>
                    </a:moveTo>
                    <a:lnTo>
                      <a:pt x="240049" y="0"/>
                    </a:lnTo>
                    <a:lnTo>
                      <a:pt x="240049" y="393681"/>
                    </a:lnTo>
                    <a:lnTo>
                      <a:pt x="0" y="393681"/>
                    </a:lnTo>
                    <a:close/>
                  </a:path>
                </a:pathLst>
              </a:custGeom>
            </p:spPr>
          </p:pic>
        </p:grpSp>
        <p:grpSp>
          <p:nvGrpSpPr>
            <p:cNvPr id="500" name="Graphic 7">
              <a:extLst>
                <a:ext uri="{FF2B5EF4-FFF2-40B4-BE49-F238E27FC236}">
                  <a16:creationId xmlns:a16="http://schemas.microsoft.com/office/drawing/2014/main" id="{87BA1C80-CFD9-8798-BD9F-0C4D4DC196B6}"/>
                </a:ext>
              </a:extLst>
            </p:cNvPr>
            <p:cNvGrpSpPr/>
            <p:nvPr/>
          </p:nvGrpSpPr>
          <p:grpSpPr>
            <a:xfrm>
              <a:off x="2000420" y="1555022"/>
              <a:ext cx="758555" cy="306110"/>
              <a:chOff x="2000420" y="1555022"/>
              <a:chExt cx="758555" cy="306110"/>
            </a:xfrm>
          </p:grpSpPr>
          <p:sp>
            <p:nvSpPr>
              <p:cNvPr id="507" name="Freeform: Shape 506">
                <a:extLst>
                  <a:ext uri="{FF2B5EF4-FFF2-40B4-BE49-F238E27FC236}">
                    <a16:creationId xmlns:a16="http://schemas.microsoft.com/office/drawing/2014/main" id="{347AC794-5FE5-5FF3-A2C9-289ECE575742}"/>
                  </a:ext>
                </a:extLst>
              </p:cNvPr>
              <p:cNvSpPr/>
              <p:nvPr/>
            </p:nvSpPr>
            <p:spPr>
              <a:xfrm>
                <a:off x="2000420" y="1555022"/>
                <a:ext cx="739351" cy="248498"/>
              </a:xfrm>
              <a:custGeom>
                <a:avLst/>
                <a:gdLst>
                  <a:gd name="connsiteX0" fmla="*/ 739352 w 739351"/>
                  <a:gd name="connsiteY0" fmla="*/ 248499 h 248498"/>
                  <a:gd name="connsiteX1" fmla="*/ 739352 w 739351"/>
                  <a:gd name="connsiteY1" fmla="*/ 1 h 248498"/>
                  <a:gd name="connsiteX2" fmla="*/ 1 w 739351"/>
                  <a:gd name="connsiteY2" fmla="*/ 1 h 248498"/>
                  <a:gd name="connsiteX3" fmla="*/ 1 w 739351"/>
                  <a:gd name="connsiteY3" fmla="*/ 192040 h 248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39351" h="248498">
                    <a:moveTo>
                      <a:pt x="739352" y="248499"/>
                    </a:moveTo>
                    <a:lnTo>
                      <a:pt x="739352" y="1"/>
                    </a:lnTo>
                    <a:lnTo>
                      <a:pt x="1" y="1"/>
                    </a:lnTo>
                    <a:lnTo>
                      <a:pt x="1" y="192040"/>
                    </a:lnTo>
                  </a:path>
                </a:pathLst>
              </a:custGeom>
              <a:noFill/>
              <a:ln w="9598" cap="flat">
                <a:solidFill>
                  <a:srgbClr val="FF060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8" name="Freeform: Shape 507">
                <a:extLst>
                  <a:ext uri="{FF2B5EF4-FFF2-40B4-BE49-F238E27FC236}">
                    <a16:creationId xmlns:a16="http://schemas.microsoft.com/office/drawing/2014/main" id="{6ADCC3A7-93DE-EA70-B993-450AA590C255}"/>
                  </a:ext>
                </a:extLst>
              </p:cNvPr>
              <p:cNvSpPr/>
              <p:nvPr/>
            </p:nvSpPr>
            <p:spPr>
              <a:xfrm>
                <a:off x="2720568" y="1803521"/>
                <a:ext cx="38407" cy="57611"/>
              </a:xfrm>
              <a:custGeom>
                <a:avLst/>
                <a:gdLst>
                  <a:gd name="connsiteX0" fmla="*/ 19204 w 38407"/>
                  <a:gd name="connsiteY0" fmla="*/ 57612 h 57611"/>
                  <a:gd name="connsiteX1" fmla="*/ 1 w 38407"/>
                  <a:gd name="connsiteY1" fmla="*/ 1 h 57611"/>
                  <a:gd name="connsiteX2" fmla="*/ 38408 w 38407"/>
                  <a:gd name="connsiteY2" fmla="*/ 1 h 57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8407" h="57611">
                    <a:moveTo>
                      <a:pt x="19204" y="57612"/>
                    </a:moveTo>
                    <a:lnTo>
                      <a:pt x="1" y="1"/>
                    </a:lnTo>
                    <a:lnTo>
                      <a:pt x="38408" y="1"/>
                    </a:lnTo>
                    <a:close/>
                  </a:path>
                </a:pathLst>
              </a:custGeom>
              <a:solidFill>
                <a:srgbClr val="FF0606"/>
              </a:solidFill>
              <a:ln w="9598" cap="flat">
                <a:solidFill>
                  <a:srgbClr val="FF060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501" name="Graphic 7">
              <a:extLst>
                <a:ext uri="{FF2B5EF4-FFF2-40B4-BE49-F238E27FC236}">
                  <a16:creationId xmlns:a16="http://schemas.microsoft.com/office/drawing/2014/main" id="{6DEB4F17-BE81-CEE4-051C-9180DD446134}"/>
                </a:ext>
              </a:extLst>
            </p:cNvPr>
            <p:cNvGrpSpPr/>
            <p:nvPr/>
          </p:nvGrpSpPr>
          <p:grpSpPr>
            <a:xfrm>
              <a:off x="1846789" y="1286167"/>
              <a:ext cx="336068" cy="393680"/>
              <a:chOff x="1846789" y="1286167"/>
              <a:chExt cx="336068" cy="393680"/>
            </a:xfrm>
            <a:noFill/>
          </p:grpSpPr>
          <p:sp>
            <p:nvSpPr>
              <p:cNvPr id="505" name="Freeform: Shape 504">
                <a:extLst>
                  <a:ext uri="{FF2B5EF4-FFF2-40B4-BE49-F238E27FC236}">
                    <a16:creationId xmlns:a16="http://schemas.microsoft.com/office/drawing/2014/main" id="{0DF709B7-62BF-250C-2D84-868FFE4E2BBC}"/>
                  </a:ext>
                </a:extLst>
              </p:cNvPr>
              <p:cNvSpPr/>
              <p:nvPr/>
            </p:nvSpPr>
            <p:spPr>
              <a:xfrm>
                <a:off x="1846789" y="1324575"/>
                <a:ext cx="336068" cy="288058"/>
              </a:xfrm>
              <a:custGeom>
                <a:avLst/>
                <a:gdLst>
                  <a:gd name="connsiteX0" fmla="*/ 1 w 336068"/>
                  <a:gd name="connsiteY0" fmla="*/ 1 h 288058"/>
                  <a:gd name="connsiteX1" fmla="*/ 336069 w 336068"/>
                  <a:gd name="connsiteY1" fmla="*/ 1 h 288058"/>
                  <a:gd name="connsiteX2" fmla="*/ 336069 w 336068"/>
                  <a:gd name="connsiteY2" fmla="*/ 288059 h 288058"/>
                  <a:gd name="connsiteX3" fmla="*/ 1 w 336068"/>
                  <a:gd name="connsiteY3" fmla="*/ 288059 h 2880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36068" h="288058">
                    <a:moveTo>
                      <a:pt x="1" y="1"/>
                    </a:moveTo>
                    <a:lnTo>
                      <a:pt x="336069" y="1"/>
                    </a:lnTo>
                    <a:lnTo>
                      <a:pt x="336069" y="288059"/>
                    </a:lnTo>
                    <a:lnTo>
                      <a:pt x="1" y="288059"/>
                    </a:lnTo>
                    <a:close/>
                  </a:path>
                </a:pathLst>
              </a:custGeom>
              <a:noFill/>
              <a:ln w="95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pic>
            <p:nvPicPr>
              <p:cNvPr id="506" name="Picture 505">
                <a:extLst>
                  <a:ext uri="{FF2B5EF4-FFF2-40B4-BE49-F238E27FC236}">
                    <a16:creationId xmlns:a16="http://schemas.microsoft.com/office/drawing/2014/main" id="{C87FE2A9-F63A-8A31-6848-004EF12286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51590" y="1286167"/>
                <a:ext cx="316864" cy="393680"/>
              </a:xfrm>
              <a:custGeom>
                <a:avLst/>
                <a:gdLst>
                  <a:gd name="connsiteX0" fmla="*/ 0 w 316864"/>
                  <a:gd name="connsiteY0" fmla="*/ 0 h 393680"/>
                  <a:gd name="connsiteX1" fmla="*/ 316865 w 316864"/>
                  <a:gd name="connsiteY1" fmla="*/ 0 h 393680"/>
                  <a:gd name="connsiteX2" fmla="*/ 316865 w 316864"/>
                  <a:gd name="connsiteY2" fmla="*/ 393681 h 393680"/>
                  <a:gd name="connsiteX3" fmla="*/ 0 w 316864"/>
                  <a:gd name="connsiteY3" fmla="*/ 393681 h 393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16864" h="393680">
                    <a:moveTo>
                      <a:pt x="0" y="0"/>
                    </a:moveTo>
                    <a:lnTo>
                      <a:pt x="316865" y="0"/>
                    </a:lnTo>
                    <a:lnTo>
                      <a:pt x="316865" y="393681"/>
                    </a:lnTo>
                    <a:lnTo>
                      <a:pt x="0" y="393681"/>
                    </a:lnTo>
                    <a:close/>
                  </a:path>
                </a:pathLst>
              </a:custGeom>
            </p:spPr>
          </p:pic>
        </p:grpSp>
        <p:grpSp>
          <p:nvGrpSpPr>
            <p:cNvPr id="502" name="Graphic 7">
              <a:extLst>
                <a:ext uri="{FF2B5EF4-FFF2-40B4-BE49-F238E27FC236}">
                  <a16:creationId xmlns:a16="http://schemas.microsoft.com/office/drawing/2014/main" id="{6008FEA2-BDAA-8BCE-CE7C-A644B9812DF4}"/>
                </a:ext>
              </a:extLst>
            </p:cNvPr>
            <p:cNvGrpSpPr/>
            <p:nvPr/>
          </p:nvGrpSpPr>
          <p:grpSpPr>
            <a:xfrm>
              <a:off x="867389" y="1612634"/>
              <a:ext cx="288058" cy="460894"/>
              <a:chOff x="867389" y="1612634"/>
              <a:chExt cx="288058" cy="460894"/>
            </a:xfrm>
            <a:noFill/>
          </p:grpSpPr>
          <p:sp>
            <p:nvSpPr>
              <p:cNvPr id="503" name="Freeform: Shape 502">
                <a:extLst>
                  <a:ext uri="{FF2B5EF4-FFF2-40B4-BE49-F238E27FC236}">
                    <a16:creationId xmlns:a16="http://schemas.microsoft.com/office/drawing/2014/main" id="{CE399FF1-0AFE-9949-188C-96265D2599F7}"/>
                  </a:ext>
                </a:extLst>
              </p:cNvPr>
              <p:cNvSpPr/>
              <p:nvPr/>
            </p:nvSpPr>
            <p:spPr>
              <a:xfrm>
                <a:off x="867389" y="1612634"/>
                <a:ext cx="288058" cy="384078"/>
              </a:xfrm>
              <a:custGeom>
                <a:avLst/>
                <a:gdLst>
                  <a:gd name="connsiteX0" fmla="*/ 1 w 288058"/>
                  <a:gd name="connsiteY0" fmla="*/ 1 h 384078"/>
                  <a:gd name="connsiteX1" fmla="*/ 288059 w 288058"/>
                  <a:gd name="connsiteY1" fmla="*/ 1 h 384078"/>
                  <a:gd name="connsiteX2" fmla="*/ 288059 w 288058"/>
                  <a:gd name="connsiteY2" fmla="*/ 384079 h 384078"/>
                  <a:gd name="connsiteX3" fmla="*/ 1 w 288058"/>
                  <a:gd name="connsiteY3" fmla="*/ 384079 h 3840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8058" h="384078">
                    <a:moveTo>
                      <a:pt x="1" y="1"/>
                    </a:moveTo>
                    <a:lnTo>
                      <a:pt x="288059" y="1"/>
                    </a:lnTo>
                    <a:lnTo>
                      <a:pt x="288059" y="384079"/>
                    </a:lnTo>
                    <a:lnTo>
                      <a:pt x="1" y="384079"/>
                    </a:lnTo>
                    <a:close/>
                  </a:path>
                </a:pathLst>
              </a:custGeom>
              <a:noFill/>
              <a:ln w="95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pic>
            <p:nvPicPr>
              <p:cNvPr id="504" name="Picture 503">
                <a:extLst>
                  <a:ext uri="{FF2B5EF4-FFF2-40B4-BE49-F238E27FC236}">
                    <a16:creationId xmlns:a16="http://schemas.microsoft.com/office/drawing/2014/main" id="{8784835B-F793-4CE9-D6D5-2DA8482C4A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81792" y="1679848"/>
                <a:ext cx="268855" cy="393680"/>
              </a:xfrm>
              <a:custGeom>
                <a:avLst/>
                <a:gdLst>
                  <a:gd name="connsiteX0" fmla="*/ 0 w 268855"/>
                  <a:gd name="connsiteY0" fmla="*/ 0 h 393680"/>
                  <a:gd name="connsiteX1" fmla="*/ 268855 w 268855"/>
                  <a:gd name="connsiteY1" fmla="*/ 0 h 393680"/>
                  <a:gd name="connsiteX2" fmla="*/ 268855 w 268855"/>
                  <a:gd name="connsiteY2" fmla="*/ 393681 h 393680"/>
                  <a:gd name="connsiteX3" fmla="*/ 0 w 268855"/>
                  <a:gd name="connsiteY3" fmla="*/ 393681 h 393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8855" h="393680">
                    <a:moveTo>
                      <a:pt x="0" y="0"/>
                    </a:moveTo>
                    <a:lnTo>
                      <a:pt x="268855" y="0"/>
                    </a:lnTo>
                    <a:lnTo>
                      <a:pt x="268855" y="393681"/>
                    </a:lnTo>
                    <a:lnTo>
                      <a:pt x="0" y="393681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545" name="Group 544">
            <a:extLst>
              <a:ext uri="{FF2B5EF4-FFF2-40B4-BE49-F238E27FC236}">
                <a16:creationId xmlns:a16="http://schemas.microsoft.com/office/drawing/2014/main" id="{3E291A50-CF30-740E-58DA-F67EED46DE9E}"/>
              </a:ext>
            </a:extLst>
          </p:cNvPr>
          <p:cNvGrpSpPr/>
          <p:nvPr/>
        </p:nvGrpSpPr>
        <p:grpSpPr>
          <a:xfrm>
            <a:off x="3461221" y="4140413"/>
            <a:ext cx="6034834" cy="1637135"/>
            <a:chOff x="550524" y="4440412"/>
            <a:chExt cx="6034834" cy="1637135"/>
          </a:xfrm>
        </p:grpSpPr>
        <p:grpSp>
          <p:nvGrpSpPr>
            <p:cNvPr id="546" name="Graphic 7">
              <a:extLst>
                <a:ext uri="{FF2B5EF4-FFF2-40B4-BE49-F238E27FC236}">
                  <a16:creationId xmlns:a16="http://schemas.microsoft.com/office/drawing/2014/main" id="{73EB8040-995B-EBF6-A79C-E8F4339051BD}"/>
                </a:ext>
              </a:extLst>
            </p:cNvPr>
            <p:cNvGrpSpPr/>
            <p:nvPr/>
          </p:nvGrpSpPr>
          <p:grpSpPr>
            <a:xfrm>
              <a:off x="684951" y="4440412"/>
              <a:ext cx="5900407" cy="1637135"/>
              <a:chOff x="684951" y="4440412"/>
              <a:chExt cx="5900407" cy="1637135"/>
            </a:xfrm>
          </p:grpSpPr>
          <p:grpSp>
            <p:nvGrpSpPr>
              <p:cNvPr id="550" name="Graphic 7">
                <a:extLst>
                  <a:ext uri="{FF2B5EF4-FFF2-40B4-BE49-F238E27FC236}">
                    <a16:creationId xmlns:a16="http://schemas.microsoft.com/office/drawing/2014/main" id="{65C191F1-155E-B2F7-ED8B-436B5C9675D4}"/>
                  </a:ext>
                </a:extLst>
              </p:cNvPr>
              <p:cNvGrpSpPr/>
              <p:nvPr/>
            </p:nvGrpSpPr>
            <p:grpSpPr>
              <a:xfrm>
                <a:off x="5658769" y="5184565"/>
                <a:ext cx="144029" cy="144029"/>
                <a:chOff x="5658769" y="5184565"/>
                <a:chExt cx="144029" cy="144029"/>
              </a:xfrm>
            </p:grpSpPr>
            <p:sp>
              <p:nvSpPr>
                <p:cNvPr id="736" name="Freeform: Shape 735">
                  <a:extLst>
                    <a:ext uri="{FF2B5EF4-FFF2-40B4-BE49-F238E27FC236}">
                      <a16:creationId xmlns:a16="http://schemas.microsoft.com/office/drawing/2014/main" id="{B3CCE119-6467-DEC2-CB44-77EC9A5F6C9D}"/>
                    </a:ext>
                  </a:extLst>
                </p:cNvPr>
                <p:cNvSpPr/>
                <p:nvPr/>
              </p:nvSpPr>
              <p:spPr>
                <a:xfrm>
                  <a:off x="5658769" y="5184565"/>
                  <a:ext cx="144029" cy="144029"/>
                </a:xfrm>
                <a:custGeom>
                  <a:avLst/>
                  <a:gdLst>
                    <a:gd name="connsiteX0" fmla="*/ 144030 w 144029"/>
                    <a:gd name="connsiteY0" fmla="*/ 72015 h 144029"/>
                    <a:gd name="connsiteX1" fmla="*/ 72015 w 144029"/>
                    <a:gd name="connsiteY1" fmla="*/ 144030 h 144029"/>
                    <a:gd name="connsiteX2" fmla="*/ 1 w 144029"/>
                    <a:gd name="connsiteY2" fmla="*/ 72015 h 144029"/>
                    <a:gd name="connsiteX3" fmla="*/ 72015 w 144029"/>
                    <a:gd name="connsiteY3" fmla="*/ 1 h 144029"/>
                    <a:gd name="connsiteX4" fmla="*/ 144030 w 144029"/>
                    <a:gd name="connsiteY4" fmla="*/ 72015 h 1440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4029" h="144029">
                      <a:moveTo>
                        <a:pt x="144030" y="72015"/>
                      </a:moveTo>
                      <a:cubicBezTo>
                        <a:pt x="144030" y="111788"/>
                        <a:pt x="111788" y="144030"/>
                        <a:pt x="72015" y="144030"/>
                      </a:cubicBezTo>
                      <a:cubicBezTo>
                        <a:pt x="32242" y="144030"/>
                        <a:pt x="1" y="111788"/>
                        <a:pt x="1" y="72015"/>
                      </a:cubicBezTo>
                      <a:cubicBezTo>
                        <a:pt x="1" y="32242"/>
                        <a:pt x="32242" y="1"/>
                        <a:pt x="72015" y="1"/>
                      </a:cubicBezTo>
                      <a:cubicBezTo>
                        <a:pt x="111788" y="1"/>
                        <a:pt x="144030" y="32242"/>
                        <a:pt x="144030" y="7201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37" name="Freeform: Shape 736">
                  <a:extLst>
                    <a:ext uri="{FF2B5EF4-FFF2-40B4-BE49-F238E27FC236}">
                      <a16:creationId xmlns:a16="http://schemas.microsoft.com/office/drawing/2014/main" id="{FF9569EE-285A-55EF-26CE-1AFA9976C172}"/>
                    </a:ext>
                  </a:extLst>
                </p:cNvPr>
                <p:cNvSpPr/>
                <p:nvPr/>
              </p:nvSpPr>
              <p:spPr>
                <a:xfrm>
                  <a:off x="5679605" y="5205401"/>
                  <a:ext cx="102357" cy="102356"/>
                </a:xfrm>
                <a:custGeom>
                  <a:avLst/>
                  <a:gdLst>
                    <a:gd name="connsiteX0" fmla="*/ 1 w 102357"/>
                    <a:gd name="connsiteY0" fmla="*/ 1 h 102356"/>
                    <a:gd name="connsiteX1" fmla="*/ 102358 w 102357"/>
                    <a:gd name="connsiteY1" fmla="*/ 102357 h 102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2357" h="102356">
                      <a:moveTo>
                        <a:pt x="1" y="1"/>
                      </a:moveTo>
                      <a:lnTo>
                        <a:pt x="102358" y="102357"/>
                      </a:lnTo>
                    </a:path>
                  </a:pathLst>
                </a:custGeom>
                <a:noFill/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38" name="Freeform: Shape 737">
                  <a:extLst>
                    <a:ext uri="{FF2B5EF4-FFF2-40B4-BE49-F238E27FC236}">
                      <a16:creationId xmlns:a16="http://schemas.microsoft.com/office/drawing/2014/main" id="{98B94A8A-3CCD-43CF-4BA9-D2666FE51560}"/>
                    </a:ext>
                  </a:extLst>
                </p:cNvPr>
                <p:cNvSpPr/>
                <p:nvPr/>
              </p:nvSpPr>
              <p:spPr>
                <a:xfrm>
                  <a:off x="5679605" y="5205401"/>
                  <a:ext cx="102357" cy="102356"/>
                </a:xfrm>
                <a:custGeom>
                  <a:avLst/>
                  <a:gdLst>
                    <a:gd name="connsiteX0" fmla="*/ 102358 w 102357"/>
                    <a:gd name="connsiteY0" fmla="*/ 1 h 102356"/>
                    <a:gd name="connsiteX1" fmla="*/ 1 w 102357"/>
                    <a:gd name="connsiteY1" fmla="*/ 102357 h 102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2357" h="102356">
                      <a:moveTo>
                        <a:pt x="102358" y="1"/>
                      </a:moveTo>
                      <a:lnTo>
                        <a:pt x="1" y="102357"/>
                      </a:lnTo>
                    </a:path>
                  </a:pathLst>
                </a:custGeom>
                <a:noFill/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551" name="Graphic 7">
                <a:extLst>
                  <a:ext uri="{FF2B5EF4-FFF2-40B4-BE49-F238E27FC236}">
                    <a16:creationId xmlns:a16="http://schemas.microsoft.com/office/drawing/2014/main" id="{25427798-977A-F998-7734-5B7993839D8D}"/>
                  </a:ext>
                </a:extLst>
              </p:cNvPr>
              <p:cNvGrpSpPr/>
              <p:nvPr/>
            </p:nvGrpSpPr>
            <p:grpSpPr>
              <a:xfrm>
                <a:off x="5260287" y="4963720"/>
                <a:ext cx="387727" cy="393680"/>
                <a:chOff x="5260287" y="4963720"/>
                <a:chExt cx="387727" cy="393680"/>
              </a:xfrm>
            </p:grpSpPr>
            <p:grpSp>
              <p:nvGrpSpPr>
                <p:cNvPr id="732" name="Graphic 7">
                  <a:extLst>
                    <a:ext uri="{FF2B5EF4-FFF2-40B4-BE49-F238E27FC236}">
                      <a16:creationId xmlns:a16="http://schemas.microsoft.com/office/drawing/2014/main" id="{E8EA1C6E-69DA-D6B0-3AFD-55A9856F27F4}"/>
                    </a:ext>
                  </a:extLst>
                </p:cNvPr>
                <p:cNvGrpSpPr/>
                <p:nvPr/>
              </p:nvGrpSpPr>
              <p:grpSpPr>
                <a:xfrm>
                  <a:off x="5260287" y="5238240"/>
                  <a:ext cx="387727" cy="38407"/>
                  <a:chOff x="5260287" y="5238240"/>
                  <a:chExt cx="387727" cy="38407"/>
                </a:xfrm>
              </p:grpSpPr>
              <p:sp>
                <p:nvSpPr>
                  <p:cNvPr id="734" name="Freeform: Shape 733">
                    <a:extLst>
                      <a:ext uri="{FF2B5EF4-FFF2-40B4-BE49-F238E27FC236}">
                        <a16:creationId xmlns:a16="http://schemas.microsoft.com/office/drawing/2014/main" id="{8BA8CCFC-8981-0BE5-FE87-DC76F4FE4C25}"/>
                      </a:ext>
                    </a:extLst>
                  </p:cNvPr>
                  <p:cNvSpPr/>
                  <p:nvPr/>
                </p:nvSpPr>
                <p:spPr>
                  <a:xfrm>
                    <a:off x="5260287" y="5257444"/>
                    <a:ext cx="330115" cy="3936"/>
                  </a:xfrm>
                  <a:custGeom>
                    <a:avLst/>
                    <a:gdLst>
                      <a:gd name="connsiteX0" fmla="*/ 1 w 330115"/>
                      <a:gd name="connsiteY0" fmla="*/ 3937 h 3936"/>
                      <a:gd name="connsiteX1" fmla="*/ 330116 w 330115"/>
                      <a:gd name="connsiteY1" fmla="*/ 1 h 393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330115" h="3936">
                        <a:moveTo>
                          <a:pt x="1" y="3937"/>
                        </a:moveTo>
                        <a:lnTo>
                          <a:pt x="330116" y="1"/>
                        </a:lnTo>
                      </a:path>
                    </a:pathLst>
                  </a:custGeom>
                  <a:noFill/>
                  <a:ln w="9598" cap="flat">
                    <a:solidFill>
                      <a:srgbClr val="0000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35" name="Freeform: Shape 734">
                    <a:extLst>
                      <a:ext uri="{FF2B5EF4-FFF2-40B4-BE49-F238E27FC236}">
                        <a16:creationId xmlns:a16="http://schemas.microsoft.com/office/drawing/2014/main" id="{1DE8CB93-AA5D-56D4-FCC3-C339B5F9AA72}"/>
                      </a:ext>
                    </a:extLst>
                  </p:cNvPr>
                  <p:cNvSpPr/>
                  <p:nvPr/>
                </p:nvSpPr>
                <p:spPr>
                  <a:xfrm>
                    <a:off x="5590211" y="5238240"/>
                    <a:ext cx="57804" cy="38407"/>
                  </a:xfrm>
                  <a:custGeom>
                    <a:avLst/>
                    <a:gdLst>
                      <a:gd name="connsiteX0" fmla="*/ 57805 w 57804"/>
                      <a:gd name="connsiteY0" fmla="*/ 18436 h 38407"/>
                      <a:gd name="connsiteX1" fmla="*/ 480 w 57804"/>
                      <a:gd name="connsiteY1" fmla="*/ 38408 h 38407"/>
                      <a:gd name="connsiteX2" fmla="*/ 1 w 57804"/>
                      <a:gd name="connsiteY2" fmla="*/ 1 h 3840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57804" h="38407">
                        <a:moveTo>
                          <a:pt x="57805" y="18436"/>
                        </a:moveTo>
                        <a:lnTo>
                          <a:pt x="480" y="38408"/>
                        </a:lnTo>
                        <a:lnTo>
                          <a:pt x="1" y="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9598" cap="flat">
                    <a:solidFill>
                      <a:srgbClr val="0000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pic>
              <p:nvPicPr>
                <p:cNvPr id="733" name="Picture 732">
                  <a:extLst>
                    <a:ext uri="{FF2B5EF4-FFF2-40B4-BE49-F238E27FC236}">
                      <a16:creationId xmlns:a16="http://schemas.microsoft.com/office/drawing/2014/main" id="{3FB26EE5-57C5-C715-220C-A23E59C7F6F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394715" y="4963720"/>
                  <a:ext cx="115223" cy="393680"/>
                </a:xfrm>
                <a:custGeom>
                  <a:avLst/>
                  <a:gdLst>
                    <a:gd name="connsiteX0" fmla="*/ 0 w 115223"/>
                    <a:gd name="connsiteY0" fmla="*/ 0 h 393680"/>
                    <a:gd name="connsiteX1" fmla="*/ 115224 w 115223"/>
                    <a:gd name="connsiteY1" fmla="*/ 0 h 393680"/>
                    <a:gd name="connsiteX2" fmla="*/ 115224 w 115223"/>
                    <a:gd name="connsiteY2" fmla="*/ 393681 h 393680"/>
                    <a:gd name="connsiteX3" fmla="*/ 0 w 115223"/>
                    <a:gd name="connsiteY3" fmla="*/ 393681 h 3936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5223" h="393680">
                      <a:moveTo>
                        <a:pt x="0" y="0"/>
                      </a:moveTo>
                      <a:lnTo>
                        <a:pt x="115224" y="0"/>
                      </a:lnTo>
                      <a:lnTo>
                        <a:pt x="115224" y="393681"/>
                      </a:lnTo>
                      <a:lnTo>
                        <a:pt x="0" y="393681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552" name="Graphic 7">
                <a:extLst>
                  <a:ext uri="{FF2B5EF4-FFF2-40B4-BE49-F238E27FC236}">
                    <a16:creationId xmlns:a16="http://schemas.microsoft.com/office/drawing/2014/main" id="{0C830478-D42E-4570-3139-2B313066D26F}"/>
                  </a:ext>
                </a:extLst>
              </p:cNvPr>
              <p:cNvGrpSpPr/>
              <p:nvPr/>
            </p:nvGrpSpPr>
            <p:grpSpPr>
              <a:xfrm>
                <a:off x="5634764" y="5530235"/>
                <a:ext cx="192039" cy="192039"/>
                <a:chOff x="5634764" y="5530235"/>
                <a:chExt cx="192039" cy="192039"/>
              </a:xfrm>
              <a:solidFill>
                <a:srgbClr val="FFFFFF"/>
              </a:solidFill>
            </p:grpSpPr>
            <p:sp>
              <p:nvSpPr>
                <p:cNvPr id="730" name="Freeform: Shape 729">
                  <a:extLst>
                    <a:ext uri="{FF2B5EF4-FFF2-40B4-BE49-F238E27FC236}">
                      <a16:creationId xmlns:a16="http://schemas.microsoft.com/office/drawing/2014/main" id="{59394A32-3EB2-C8A3-4B8A-34366F755C1F}"/>
                    </a:ext>
                  </a:extLst>
                </p:cNvPr>
                <p:cNvSpPr/>
                <p:nvPr/>
              </p:nvSpPr>
              <p:spPr>
                <a:xfrm>
                  <a:off x="5634764" y="5530235"/>
                  <a:ext cx="192039" cy="192039"/>
                </a:xfrm>
                <a:custGeom>
                  <a:avLst/>
                  <a:gdLst>
                    <a:gd name="connsiteX0" fmla="*/ 1 w 192039"/>
                    <a:gd name="connsiteY0" fmla="*/ 1 h 192039"/>
                    <a:gd name="connsiteX1" fmla="*/ 192040 w 192039"/>
                    <a:gd name="connsiteY1" fmla="*/ 1 h 192039"/>
                    <a:gd name="connsiteX2" fmla="*/ 192040 w 192039"/>
                    <a:gd name="connsiteY2" fmla="*/ 192040 h 192039"/>
                    <a:gd name="connsiteX3" fmla="*/ 1 w 192039"/>
                    <a:gd name="connsiteY3" fmla="*/ 192040 h 1920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039" h="192039">
                      <a:moveTo>
                        <a:pt x="1" y="1"/>
                      </a:moveTo>
                      <a:lnTo>
                        <a:pt x="192040" y="1"/>
                      </a:lnTo>
                      <a:lnTo>
                        <a:pt x="192040" y="192040"/>
                      </a:lnTo>
                      <a:lnTo>
                        <a:pt x="1" y="19204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pic>
              <p:nvPicPr>
                <p:cNvPr id="731" name="Picture 730">
                  <a:extLst>
                    <a:ext uri="{FF2B5EF4-FFF2-40B4-BE49-F238E27FC236}">
                      <a16:creationId xmlns:a16="http://schemas.microsoft.com/office/drawing/2014/main" id="{517FE061-CE98-79BC-C29D-9249AC83BDB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644366" y="5559041"/>
                  <a:ext cx="172835" cy="163233"/>
                </a:xfrm>
                <a:custGeom>
                  <a:avLst/>
                  <a:gdLst>
                    <a:gd name="connsiteX0" fmla="*/ 0 w 172835"/>
                    <a:gd name="connsiteY0" fmla="*/ 0 h 163233"/>
                    <a:gd name="connsiteX1" fmla="*/ 172835 w 172835"/>
                    <a:gd name="connsiteY1" fmla="*/ 0 h 163233"/>
                    <a:gd name="connsiteX2" fmla="*/ 172835 w 172835"/>
                    <a:gd name="connsiteY2" fmla="*/ 163233 h 163233"/>
                    <a:gd name="connsiteX3" fmla="*/ 0 w 172835"/>
                    <a:gd name="connsiteY3" fmla="*/ 163233 h 1632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2835" h="163233">
                      <a:moveTo>
                        <a:pt x="0" y="0"/>
                      </a:moveTo>
                      <a:lnTo>
                        <a:pt x="172835" y="0"/>
                      </a:lnTo>
                      <a:lnTo>
                        <a:pt x="172835" y="163233"/>
                      </a:lnTo>
                      <a:lnTo>
                        <a:pt x="0" y="163233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553" name="Graphic 7">
                <a:extLst>
                  <a:ext uri="{FF2B5EF4-FFF2-40B4-BE49-F238E27FC236}">
                    <a16:creationId xmlns:a16="http://schemas.microsoft.com/office/drawing/2014/main" id="{4D08D39F-9A10-2268-B0C4-124A2A1E591A}"/>
                  </a:ext>
                </a:extLst>
              </p:cNvPr>
              <p:cNvGrpSpPr/>
              <p:nvPr/>
            </p:nvGrpSpPr>
            <p:grpSpPr>
              <a:xfrm>
                <a:off x="5711580" y="5339348"/>
                <a:ext cx="38407" cy="190887"/>
                <a:chOff x="5711580" y="5339348"/>
                <a:chExt cx="38407" cy="190887"/>
              </a:xfrm>
            </p:grpSpPr>
            <p:sp>
              <p:nvSpPr>
                <p:cNvPr id="728" name="Freeform: Shape 727">
                  <a:extLst>
                    <a:ext uri="{FF2B5EF4-FFF2-40B4-BE49-F238E27FC236}">
                      <a16:creationId xmlns:a16="http://schemas.microsoft.com/office/drawing/2014/main" id="{51DEC398-9844-8B70-EEE4-ED0064D8CDC8}"/>
                    </a:ext>
                  </a:extLst>
                </p:cNvPr>
                <p:cNvSpPr/>
                <p:nvPr/>
              </p:nvSpPr>
              <p:spPr>
                <a:xfrm>
                  <a:off x="5730784" y="5396960"/>
                  <a:ext cx="9601" cy="133275"/>
                </a:xfrm>
                <a:custGeom>
                  <a:avLst/>
                  <a:gdLst>
                    <a:gd name="connsiteX0" fmla="*/ 1 w 9601"/>
                    <a:gd name="connsiteY0" fmla="*/ 133276 h 133275"/>
                    <a:gd name="connsiteX1" fmla="*/ 1 w 9601"/>
                    <a:gd name="connsiteY1" fmla="*/ 1 h 1332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9601" h="133275">
                      <a:moveTo>
                        <a:pt x="1" y="133276"/>
                      </a:moveTo>
                      <a:lnTo>
                        <a:pt x="1" y="1"/>
                      </a:lnTo>
                    </a:path>
                  </a:pathLst>
                </a:custGeom>
                <a:noFill/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29" name="Freeform: Shape 728">
                  <a:extLst>
                    <a:ext uri="{FF2B5EF4-FFF2-40B4-BE49-F238E27FC236}">
                      <a16:creationId xmlns:a16="http://schemas.microsoft.com/office/drawing/2014/main" id="{5E392BCC-4E7A-9530-140C-166169F2EBB8}"/>
                    </a:ext>
                  </a:extLst>
                </p:cNvPr>
                <p:cNvSpPr/>
                <p:nvPr/>
              </p:nvSpPr>
              <p:spPr>
                <a:xfrm>
                  <a:off x="5711580" y="5339348"/>
                  <a:ext cx="38407" cy="57611"/>
                </a:xfrm>
                <a:custGeom>
                  <a:avLst/>
                  <a:gdLst>
                    <a:gd name="connsiteX0" fmla="*/ 19204 w 38407"/>
                    <a:gd name="connsiteY0" fmla="*/ 1 h 57611"/>
                    <a:gd name="connsiteX1" fmla="*/ 38408 w 38407"/>
                    <a:gd name="connsiteY1" fmla="*/ 57612 h 57611"/>
                    <a:gd name="connsiteX2" fmla="*/ 1 w 38407"/>
                    <a:gd name="connsiteY2" fmla="*/ 57612 h 576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8407" h="57611">
                      <a:moveTo>
                        <a:pt x="19204" y="1"/>
                      </a:moveTo>
                      <a:lnTo>
                        <a:pt x="38408" y="57612"/>
                      </a:lnTo>
                      <a:lnTo>
                        <a:pt x="1" y="576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554" name="Graphic 7">
                <a:extLst>
                  <a:ext uri="{FF2B5EF4-FFF2-40B4-BE49-F238E27FC236}">
                    <a16:creationId xmlns:a16="http://schemas.microsoft.com/office/drawing/2014/main" id="{C50DBC2D-8CAC-3A59-2832-054DBAF2EA06}"/>
                  </a:ext>
                </a:extLst>
              </p:cNvPr>
              <p:cNvGrpSpPr/>
              <p:nvPr/>
            </p:nvGrpSpPr>
            <p:grpSpPr>
              <a:xfrm>
                <a:off x="5709275" y="5733029"/>
                <a:ext cx="38407" cy="190887"/>
                <a:chOff x="5709275" y="5733029"/>
                <a:chExt cx="38407" cy="190887"/>
              </a:xfrm>
            </p:grpSpPr>
            <p:sp>
              <p:nvSpPr>
                <p:cNvPr id="726" name="Freeform: Shape 725">
                  <a:extLst>
                    <a:ext uri="{FF2B5EF4-FFF2-40B4-BE49-F238E27FC236}">
                      <a16:creationId xmlns:a16="http://schemas.microsoft.com/office/drawing/2014/main" id="{B996DB57-B9A1-4B6B-086E-F52F4F97B184}"/>
                    </a:ext>
                  </a:extLst>
                </p:cNvPr>
                <p:cNvSpPr/>
                <p:nvPr/>
              </p:nvSpPr>
              <p:spPr>
                <a:xfrm>
                  <a:off x="5728479" y="5790641"/>
                  <a:ext cx="9601" cy="133275"/>
                </a:xfrm>
                <a:custGeom>
                  <a:avLst/>
                  <a:gdLst>
                    <a:gd name="connsiteX0" fmla="*/ 1 w 9601"/>
                    <a:gd name="connsiteY0" fmla="*/ 133276 h 133275"/>
                    <a:gd name="connsiteX1" fmla="*/ 1 w 9601"/>
                    <a:gd name="connsiteY1" fmla="*/ 1 h 1332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9601" h="133275">
                      <a:moveTo>
                        <a:pt x="1" y="133276"/>
                      </a:moveTo>
                      <a:lnTo>
                        <a:pt x="1" y="1"/>
                      </a:lnTo>
                    </a:path>
                  </a:pathLst>
                </a:custGeom>
                <a:noFill/>
                <a:ln w="9598" cap="flat">
                  <a:solidFill>
                    <a:srgbClr val="FF0606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27" name="Freeform: Shape 726">
                  <a:extLst>
                    <a:ext uri="{FF2B5EF4-FFF2-40B4-BE49-F238E27FC236}">
                      <a16:creationId xmlns:a16="http://schemas.microsoft.com/office/drawing/2014/main" id="{E828E66F-D883-DA64-55C3-D8B45A810718}"/>
                    </a:ext>
                  </a:extLst>
                </p:cNvPr>
                <p:cNvSpPr/>
                <p:nvPr/>
              </p:nvSpPr>
              <p:spPr>
                <a:xfrm>
                  <a:off x="5709275" y="5733029"/>
                  <a:ext cx="38407" cy="57611"/>
                </a:xfrm>
                <a:custGeom>
                  <a:avLst/>
                  <a:gdLst>
                    <a:gd name="connsiteX0" fmla="*/ 19204 w 38407"/>
                    <a:gd name="connsiteY0" fmla="*/ 1 h 57611"/>
                    <a:gd name="connsiteX1" fmla="*/ 38408 w 38407"/>
                    <a:gd name="connsiteY1" fmla="*/ 57612 h 57611"/>
                    <a:gd name="connsiteX2" fmla="*/ 1 w 38407"/>
                    <a:gd name="connsiteY2" fmla="*/ 57612 h 576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8407" h="57611">
                      <a:moveTo>
                        <a:pt x="19204" y="1"/>
                      </a:moveTo>
                      <a:lnTo>
                        <a:pt x="38408" y="57612"/>
                      </a:lnTo>
                      <a:lnTo>
                        <a:pt x="1" y="57612"/>
                      </a:lnTo>
                      <a:close/>
                    </a:path>
                  </a:pathLst>
                </a:custGeom>
                <a:solidFill>
                  <a:srgbClr val="FF0606"/>
                </a:solidFill>
                <a:ln w="9598" cap="flat">
                  <a:solidFill>
                    <a:srgbClr val="FF0606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555" name="Graphic 7">
                <a:extLst>
                  <a:ext uri="{FF2B5EF4-FFF2-40B4-BE49-F238E27FC236}">
                    <a16:creationId xmlns:a16="http://schemas.microsoft.com/office/drawing/2014/main" id="{2622587B-139D-902C-BE7E-E7298D26D407}"/>
                  </a:ext>
                </a:extLst>
              </p:cNvPr>
              <p:cNvGrpSpPr/>
              <p:nvPr/>
            </p:nvGrpSpPr>
            <p:grpSpPr>
              <a:xfrm>
                <a:off x="5802798" y="5064540"/>
                <a:ext cx="782560" cy="422486"/>
                <a:chOff x="5802798" y="5064540"/>
                <a:chExt cx="782560" cy="422486"/>
              </a:xfrm>
            </p:grpSpPr>
            <p:grpSp>
              <p:nvGrpSpPr>
                <p:cNvPr id="722" name="Graphic 7">
                  <a:extLst>
                    <a:ext uri="{FF2B5EF4-FFF2-40B4-BE49-F238E27FC236}">
                      <a16:creationId xmlns:a16="http://schemas.microsoft.com/office/drawing/2014/main" id="{F3776B07-CEA1-65C1-6497-A26291BB2EBB}"/>
                    </a:ext>
                  </a:extLst>
                </p:cNvPr>
                <p:cNvGrpSpPr/>
                <p:nvPr/>
              </p:nvGrpSpPr>
              <p:grpSpPr>
                <a:xfrm>
                  <a:off x="5802798" y="5235071"/>
                  <a:ext cx="392528" cy="38407"/>
                  <a:chOff x="5802798" y="5235071"/>
                  <a:chExt cx="392528" cy="38407"/>
                </a:xfrm>
              </p:grpSpPr>
              <p:sp>
                <p:nvSpPr>
                  <p:cNvPr id="724" name="Freeform: Shape 723">
                    <a:extLst>
                      <a:ext uri="{FF2B5EF4-FFF2-40B4-BE49-F238E27FC236}">
                        <a16:creationId xmlns:a16="http://schemas.microsoft.com/office/drawing/2014/main" id="{CE3140EA-1C1E-2FAF-1D9B-5939B05AB01D}"/>
                      </a:ext>
                    </a:extLst>
                  </p:cNvPr>
                  <p:cNvSpPr/>
                  <p:nvPr/>
                </p:nvSpPr>
                <p:spPr>
                  <a:xfrm>
                    <a:off x="5802798" y="5254275"/>
                    <a:ext cx="334916" cy="9601"/>
                  </a:xfrm>
                  <a:custGeom>
                    <a:avLst/>
                    <a:gdLst>
                      <a:gd name="connsiteX0" fmla="*/ 1 w 334916"/>
                      <a:gd name="connsiteY0" fmla="*/ 1 h 9601"/>
                      <a:gd name="connsiteX1" fmla="*/ 334917 w 334916"/>
                      <a:gd name="connsiteY1" fmla="*/ 1 h 96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334916" h="9601">
                        <a:moveTo>
                          <a:pt x="1" y="1"/>
                        </a:moveTo>
                        <a:lnTo>
                          <a:pt x="334917" y="1"/>
                        </a:lnTo>
                      </a:path>
                    </a:pathLst>
                  </a:custGeom>
                  <a:noFill/>
                  <a:ln w="9598" cap="flat">
                    <a:solidFill>
                      <a:srgbClr val="0400FF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25" name="Freeform: Shape 724">
                    <a:extLst>
                      <a:ext uri="{FF2B5EF4-FFF2-40B4-BE49-F238E27FC236}">
                        <a16:creationId xmlns:a16="http://schemas.microsoft.com/office/drawing/2014/main" id="{AE652E33-635C-B57D-C9C6-171C09AC80EC}"/>
                      </a:ext>
                    </a:extLst>
                  </p:cNvPr>
                  <p:cNvSpPr/>
                  <p:nvPr/>
                </p:nvSpPr>
                <p:spPr>
                  <a:xfrm>
                    <a:off x="6137715" y="5235071"/>
                    <a:ext cx="57611" cy="38407"/>
                  </a:xfrm>
                  <a:custGeom>
                    <a:avLst/>
                    <a:gdLst>
                      <a:gd name="connsiteX0" fmla="*/ 57612 w 57611"/>
                      <a:gd name="connsiteY0" fmla="*/ 19204 h 38407"/>
                      <a:gd name="connsiteX1" fmla="*/ 1 w 57611"/>
                      <a:gd name="connsiteY1" fmla="*/ 38408 h 38407"/>
                      <a:gd name="connsiteX2" fmla="*/ 1 w 57611"/>
                      <a:gd name="connsiteY2" fmla="*/ 1 h 3840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57611" h="38407">
                        <a:moveTo>
                          <a:pt x="57612" y="19204"/>
                        </a:moveTo>
                        <a:lnTo>
                          <a:pt x="1" y="38408"/>
                        </a:lnTo>
                        <a:lnTo>
                          <a:pt x="1" y="1"/>
                        </a:lnTo>
                        <a:close/>
                      </a:path>
                    </a:pathLst>
                  </a:custGeom>
                  <a:solidFill>
                    <a:srgbClr val="0400FF"/>
                  </a:solidFill>
                  <a:ln w="9598" cap="flat">
                    <a:solidFill>
                      <a:srgbClr val="0400FF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pic>
              <p:nvPicPr>
                <p:cNvPr id="723" name="Picture 722">
                  <a:extLst>
                    <a:ext uri="{FF2B5EF4-FFF2-40B4-BE49-F238E27FC236}">
                      <a16:creationId xmlns:a16="http://schemas.microsoft.com/office/drawing/2014/main" id="{1FEC871A-DA9A-58F7-4880-B758C8CE2F5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258892" y="5064540"/>
                  <a:ext cx="326466" cy="422486"/>
                </a:xfrm>
                <a:custGeom>
                  <a:avLst/>
                  <a:gdLst>
                    <a:gd name="connsiteX0" fmla="*/ 0 w 326466"/>
                    <a:gd name="connsiteY0" fmla="*/ 0 h 422486"/>
                    <a:gd name="connsiteX1" fmla="*/ 326467 w 326466"/>
                    <a:gd name="connsiteY1" fmla="*/ 0 h 422486"/>
                    <a:gd name="connsiteX2" fmla="*/ 326467 w 326466"/>
                    <a:gd name="connsiteY2" fmla="*/ 422486 h 422486"/>
                    <a:gd name="connsiteX3" fmla="*/ 0 w 326466"/>
                    <a:gd name="connsiteY3" fmla="*/ 422486 h 4224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26466" h="422486">
                      <a:moveTo>
                        <a:pt x="0" y="0"/>
                      </a:moveTo>
                      <a:lnTo>
                        <a:pt x="326467" y="0"/>
                      </a:lnTo>
                      <a:lnTo>
                        <a:pt x="326467" y="422486"/>
                      </a:lnTo>
                      <a:lnTo>
                        <a:pt x="0" y="422486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556" name="Graphic 7">
                <a:extLst>
                  <a:ext uri="{FF2B5EF4-FFF2-40B4-BE49-F238E27FC236}">
                    <a16:creationId xmlns:a16="http://schemas.microsoft.com/office/drawing/2014/main" id="{5E895BCE-1E6D-5105-5D77-5085439221E8}"/>
                  </a:ext>
                </a:extLst>
              </p:cNvPr>
              <p:cNvGrpSpPr/>
              <p:nvPr/>
            </p:nvGrpSpPr>
            <p:grpSpPr>
              <a:xfrm>
                <a:off x="1765172" y="4742874"/>
                <a:ext cx="358921" cy="38407"/>
                <a:chOff x="1765172" y="4742874"/>
                <a:chExt cx="358921" cy="38407"/>
              </a:xfrm>
            </p:grpSpPr>
            <p:sp>
              <p:nvSpPr>
                <p:cNvPr id="720" name="Freeform: Shape 719">
                  <a:extLst>
                    <a:ext uri="{FF2B5EF4-FFF2-40B4-BE49-F238E27FC236}">
                      <a16:creationId xmlns:a16="http://schemas.microsoft.com/office/drawing/2014/main" id="{22AA41F1-75AE-1CD9-542A-63F845EECD11}"/>
                    </a:ext>
                  </a:extLst>
                </p:cNvPr>
                <p:cNvSpPr/>
                <p:nvPr/>
              </p:nvSpPr>
              <p:spPr>
                <a:xfrm>
                  <a:off x="1765172" y="4762078"/>
                  <a:ext cx="301309" cy="9601"/>
                </a:xfrm>
                <a:custGeom>
                  <a:avLst/>
                  <a:gdLst>
                    <a:gd name="connsiteX0" fmla="*/ 1 w 301309"/>
                    <a:gd name="connsiteY0" fmla="*/ 1 h 9601"/>
                    <a:gd name="connsiteX1" fmla="*/ 301310 w 301309"/>
                    <a:gd name="connsiteY1" fmla="*/ 1 h 96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01309" h="9601">
                      <a:moveTo>
                        <a:pt x="1" y="1"/>
                      </a:moveTo>
                      <a:lnTo>
                        <a:pt x="301310" y="1"/>
                      </a:lnTo>
                    </a:path>
                  </a:pathLst>
                </a:custGeom>
                <a:noFill/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21" name="Freeform: Shape 720">
                  <a:extLst>
                    <a:ext uri="{FF2B5EF4-FFF2-40B4-BE49-F238E27FC236}">
                      <a16:creationId xmlns:a16="http://schemas.microsoft.com/office/drawing/2014/main" id="{C0F0F7EE-29F1-2D8F-A40F-A2A705B40A36}"/>
                    </a:ext>
                  </a:extLst>
                </p:cNvPr>
                <p:cNvSpPr/>
                <p:nvPr/>
              </p:nvSpPr>
              <p:spPr>
                <a:xfrm>
                  <a:off x="2066482" y="4742874"/>
                  <a:ext cx="57611" cy="38407"/>
                </a:xfrm>
                <a:custGeom>
                  <a:avLst/>
                  <a:gdLst>
                    <a:gd name="connsiteX0" fmla="*/ 57612 w 57611"/>
                    <a:gd name="connsiteY0" fmla="*/ 19204 h 38407"/>
                    <a:gd name="connsiteX1" fmla="*/ 1 w 57611"/>
                    <a:gd name="connsiteY1" fmla="*/ 38408 h 38407"/>
                    <a:gd name="connsiteX2" fmla="*/ 1 w 57611"/>
                    <a:gd name="connsiteY2" fmla="*/ 1 h 384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7611" h="38407">
                      <a:moveTo>
                        <a:pt x="57612" y="19204"/>
                      </a:moveTo>
                      <a:lnTo>
                        <a:pt x="1" y="38408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557" name="Graphic 7">
                <a:extLst>
                  <a:ext uri="{FF2B5EF4-FFF2-40B4-BE49-F238E27FC236}">
                    <a16:creationId xmlns:a16="http://schemas.microsoft.com/office/drawing/2014/main" id="{793328AB-FCE4-F5A3-5010-2EAE3F718C76}"/>
                  </a:ext>
                </a:extLst>
              </p:cNvPr>
              <p:cNvGrpSpPr/>
              <p:nvPr/>
            </p:nvGrpSpPr>
            <p:grpSpPr>
              <a:xfrm>
                <a:off x="1621143" y="4690064"/>
                <a:ext cx="144029" cy="144029"/>
                <a:chOff x="1621143" y="4690064"/>
                <a:chExt cx="144029" cy="144029"/>
              </a:xfrm>
            </p:grpSpPr>
            <p:sp>
              <p:nvSpPr>
                <p:cNvPr id="717" name="Freeform: Shape 716">
                  <a:extLst>
                    <a:ext uri="{FF2B5EF4-FFF2-40B4-BE49-F238E27FC236}">
                      <a16:creationId xmlns:a16="http://schemas.microsoft.com/office/drawing/2014/main" id="{0F41A7E7-4DE9-8974-0BD5-9904B746F854}"/>
                    </a:ext>
                  </a:extLst>
                </p:cNvPr>
                <p:cNvSpPr/>
                <p:nvPr/>
              </p:nvSpPr>
              <p:spPr>
                <a:xfrm>
                  <a:off x="1621143" y="4690064"/>
                  <a:ext cx="144029" cy="144029"/>
                </a:xfrm>
                <a:custGeom>
                  <a:avLst/>
                  <a:gdLst>
                    <a:gd name="connsiteX0" fmla="*/ 144030 w 144029"/>
                    <a:gd name="connsiteY0" fmla="*/ 72015 h 144029"/>
                    <a:gd name="connsiteX1" fmla="*/ 72015 w 144029"/>
                    <a:gd name="connsiteY1" fmla="*/ 144030 h 144029"/>
                    <a:gd name="connsiteX2" fmla="*/ 1 w 144029"/>
                    <a:gd name="connsiteY2" fmla="*/ 72015 h 144029"/>
                    <a:gd name="connsiteX3" fmla="*/ 72015 w 144029"/>
                    <a:gd name="connsiteY3" fmla="*/ 1 h 144029"/>
                    <a:gd name="connsiteX4" fmla="*/ 144030 w 144029"/>
                    <a:gd name="connsiteY4" fmla="*/ 72015 h 1440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4029" h="144029">
                      <a:moveTo>
                        <a:pt x="144030" y="72015"/>
                      </a:moveTo>
                      <a:cubicBezTo>
                        <a:pt x="144030" y="111788"/>
                        <a:pt x="111788" y="144030"/>
                        <a:pt x="72015" y="144030"/>
                      </a:cubicBezTo>
                      <a:cubicBezTo>
                        <a:pt x="32243" y="144030"/>
                        <a:pt x="1" y="111788"/>
                        <a:pt x="1" y="72015"/>
                      </a:cubicBezTo>
                      <a:cubicBezTo>
                        <a:pt x="1" y="32242"/>
                        <a:pt x="32243" y="1"/>
                        <a:pt x="72015" y="1"/>
                      </a:cubicBezTo>
                      <a:cubicBezTo>
                        <a:pt x="111788" y="1"/>
                        <a:pt x="144030" y="32242"/>
                        <a:pt x="144030" y="7201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18" name="Freeform: Shape 717">
                  <a:extLst>
                    <a:ext uri="{FF2B5EF4-FFF2-40B4-BE49-F238E27FC236}">
                      <a16:creationId xmlns:a16="http://schemas.microsoft.com/office/drawing/2014/main" id="{AD122DA4-A21A-B55D-FC47-898792A640B0}"/>
                    </a:ext>
                  </a:extLst>
                </p:cNvPr>
                <p:cNvSpPr/>
                <p:nvPr/>
              </p:nvSpPr>
              <p:spPr>
                <a:xfrm>
                  <a:off x="1621143" y="4762078"/>
                  <a:ext cx="144029" cy="9601"/>
                </a:xfrm>
                <a:custGeom>
                  <a:avLst/>
                  <a:gdLst>
                    <a:gd name="connsiteX0" fmla="*/ 1 w 144029"/>
                    <a:gd name="connsiteY0" fmla="*/ 1 h 9601"/>
                    <a:gd name="connsiteX1" fmla="*/ 144030 w 144029"/>
                    <a:gd name="connsiteY1" fmla="*/ 1 h 96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44029" h="9601">
                      <a:moveTo>
                        <a:pt x="1" y="1"/>
                      </a:moveTo>
                      <a:lnTo>
                        <a:pt x="144030" y="1"/>
                      </a:lnTo>
                    </a:path>
                  </a:pathLst>
                </a:custGeom>
                <a:noFill/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19" name="Freeform: Shape 718">
                  <a:extLst>
                    <a:ext uri="{FF2B5EF4-FFF2-40B4-BE49-F238E27FC236}">
                      <a16:creationId xmlns:a16="http://schemas.microsoft.com/office/drawing/2014/main" id="{7D23D64E-95FF-B19B-55D8-F2ABA8CE3049}"/>
                    </a:ext>
                  </a:extLst>
                </p:cNvPr>
                <p:cNvSpPr/>
                <p:nvPr/>
              </p:nvSpPr>
              <p:spPr>
                <a:xfrm>
                  <a:off x="1693158" y="4690064"/>
                  <a:ext cx="9601" cy="144029"/>
                </a:xfrm>
                <a:custGeom>
                  <a:avLst/>
                  <a:gdLst>
                    <a:gd name="connsiteX0" fmla="*/ 1 w 9601"/>
                    <a:gd name="connsiteY0" fmla="*/ 1 h 144029"/>
                    <a:gd name="connsiteX1" fmla="*/ 1 w 9601"/>
                    <a:gd name="connsiteY1" fmla="*/ 144030 h 1440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9601" h="144029">
                      <a:moveTo>
                        <a:pt x="1" y="1"/>
                      </a:moveTo>
                      <a:lnTo>
                        <a:pt x="1" y="144030"/>
                      </a:lnTo>
                    </a:path>
                  </a:pathLst>
                </a:custGeom>
                <a:noFill/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558" name="Graphic 7">
                <a:extLst>
                  <a:ext uri="{FF2B5EF4-FFF2-40B4-BE49-F238E27FC236}">
                    <a16:creationId xmlns:a16="http://schemas.microsoft.com/office/drawing/2014/main" id="{D778D440-1D0D-A8F0-0909-7A764DE4B454}"/>
                  </a:ext>
                </a:extLst>
              </p:cNvPr>
              <p:cNvGrpSpPr/>
              <p:nvPr/>
            </p:nvGrpSpPr>
            <p:grpSpPr>
              <a:xfrm>
                <a:off x="1078632" y="4742874"/>
                <a:ext cx="531756" cy="38407"/>
                <a:chOff x="1078632" y="4742874"/>
                <a:chExt cx="531756" cy="38407"/>
              </a:xfrm>
            </p:grpSpPr>
            <p:sp>
              <p:nvSpPr>
                <p:cNvPr id="715" name="Freeform: Shape 714">
                  <a:extLst>
                    <a:ext uri="{FF2B5EF4-FFF2-40B4-BE49-F238E27FC236}">
                      <a16:creationId xmlns:a16="http://schemas.microsoft.com/office/drawing/2014/main" id="{5970D3CC-CA7F-E115-233D-9FDEDF7C1CAE}"/>
                    </a:ext>
                  </a:extLst>
                </p:cNvPr>
                <p:cNvSpPr/>
                <p:nvPr/>
              </p:nvSpPr>
              <p:spPr>
                <a:xfrm>
                  <a:off x="1078632" y="4762078"/>
                  <a:ext cx="474145" cy="9601"/>
                </a:xfrm>
                <a:custGeom>
                  <a:avLst/>
                  <a:gdLst>
                    <a:gd name="connsiteX0" fmla="*/ 1 w 474145"/>
                    <a:gd name="connsiteY0" fmla="*/ 1 h 9601"/>
                    <a:gd name="connsiteX1" fmla="*/ 474146 w 474145"/>
                    <a:gd name="connsiteY1" fmla="*/ 1 h 96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474145" h="9601">
                      <a:moveTo>
                        <a:pt x="1" y="1"/>
                      </a:moveTo>
                      <a:lnTo>
                        <a:pt x="474146" y="1"/>
                      </a:lnTo>
                    </a:path>
                  </a:pathLst>
                </a:custGeom>
                <a:noFill/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16" name="Freeform: Shape 715">
                  <a:extLst>
                    <a:ext uri="{FF2B5EF4-FFF2-40B4-BE49-F238E27FC236}">
                      <a16:creationId xmlns:a16="http://schemas.microsoft.com/office/drawing/2014/main" id="{0B812973-E5DD-6D73-D063-00C084704D89}"/>
                    </a:ext>
                  </a:extLst>
                </p:cNvPr>
                <p:cNvSpPr/>
                <p:nvPr/>
              </p:nvSpPr>
              <p:spPr>
                <a:xfrm>
                  <a:off x="1552777" y="4742874"/>
                  <a:ext cx="57611" cy="38407"/>
                </a:xfrm>
                <a:custGeom>
                  <a:avLst/>
                  <a:gdLst>
                    <a:gd name="connsiteX0" fmla="*/ 57612 w 57611"/>
                    <a:gd name="connsiteY0" fmla="*/ 19204 h 38407"/>
                    <a:gd name="connsiteX1" fmla="*/ 1 w 57611"/>
                    <a:gd name="connsiteY1" fmla="*/ 38408 h 38407"/>
                    <a:gd name="connsiteX2" fmla="*/ 1 w 57611"/>
                    <a:gd name="connsiteY2" fmla="*/ 1 h 384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7611" h="38407">
                      <a:moveTo>
                        <a:pt x="57612" y="19204"/>
                      </a:moveTo>
                      <a:lnTo>
                        <a:pt x="1" y="38408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559" name="Graphic 7">
                <a:extLst>
                  <a:ext uri="{FF2B5EF4-FFF2-40B4-BE49-F238E27FC236}">
                    <a16:creationId xmlns:a16="http://schemas.microsoft.com/office/drawing/2014/main" id="{52EA7932-E96F-1A8E-7F83-AED5474DC21A}"/>
                  </a:ext>
                </a:extLst>
              </p:cNvPr>
              <p:cNvGrpSpPr/>
              <p:nvPr/>
            </p:nvGrpSpPr>
            <p:grpSpPr>
              <a:xfrm>
                <a:off x="684951" y="5024404"/>
                <a:ext cx="181285" cy="38407"/>
                <a:chOff x="684951" y="5024404"/>
                <a:chExt cx="181285" cy="38407"/>
              </a:xfrm>
            </p:grpSpPr>
            <p:sp>
              <p:nvSpPr>
                <p:cNvPr id="713" name="Freeform: Shape 712">
                  <a:extLst>
                    <a:ext uri="{FF2B5EF4-FFF2-40B4-BE49-F238E27FC236}">
                      <a16:creationId xmlns:a16="http://schemas.microsoft.com/office/drawing/2014/main" id="{42FB1CAE-4C72-BA6B-9F42-380107CE5A39}"/>
                    </a:ext>
                  </a:extLst>
                </p:cNvPr>
                <p:cNvSpPr/>
                <p:nvPr/>
              </p:nvSpPr>
              <p:spPr>
                <a:xfrm>
                  <a:off x="684951" y="5040535"/>
                  <a:ext cx="123673" cy="3072"/>
                </a:xfrm>
                <a:custGeom>
                  <a:avLst/>
                  <a:gdLst>
                    <a:gd name="connsiteX0" fmla="*/ 1 w 123673"/>
                    <a:gd name="connsiteY0" fmla="*/ 1 h 3072"/>
                    <a:gd name="connsiteX1" fmla="*/ 123674 w 123673"/>
                    <a:gd name="connsiteY1" fmla="*/ 3073 h 30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3673" h="3072">
                      <a:moveTo>
                        <a:pt x="1" y="1"/>
                      </a:moveTo>
                      <a:lnTo>
                        <a:pt x="123674" y="3073"/>
                      </a:lnTo>
                    </a:path>
                  </a:pathLst>
                </a:custGeom>
                <a:noFill/>
                <a:ln w="9598" cap="flat">
                  <a:solidFill>
                    <a:srgbClr val="FF0606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14" name="Freeform: Shape 713">
                  <a:extLst>
                    <a:ext uri="{FF2B5EF4-FFF2-40B4-BE49-F238E27FC236}">
                      <a16:creationId xmlns:a16="http://schemas.microsoft.com/office/drawing/2014/main" id="{A2D53030-0CAF-05A2-B297-E8ABD2D7BE94}"/>
                    </a:ext>
                  </a:extLst>
                </p:cNvPr>
                <p:cNvSpPr/>
                <p:nvPr/>
              </p:nvSpPr>
              <p:spPr>
                <a:xfrm>
                  <a:off x="808145" y="5024404"/>
                  <a:ext cx="58091" cy="38407"/>
                </a:xfrm>
                <a:custGeom>
                  <a:avLst/>
                  <a:gdLst>
                    <a:gd name="connsiteX0" fmla="*/ 58092 w 58091"/>
                    <a:gd name="connsiteY0" fmla="*/ 20645 h 38407"/>
                    <a:gd name="connsiteX1" fmla="*/ 1 w 58091"/>
                    <a:gd name="connsiteY1" fmla="*/ 38408 h 38407"/>
                    <a:gd name="connsiteX2" fmla="*/ 961 w 58091"/>
                    <a:gd name="connsiteY2" fmla="*/ 1 h 384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8091" h="38407">
                      <a:moveTo>
                        <a:pt x="58092" y="20645"/>
                      </a:moveTo>
                      <a:lnTo>
                        <a:pt x="1" y="38408"/>
                      </a:lnTo>
                      <a:lnTo>
                        <a:pt x="961" y="1"/>
                      </a:lnTo>
                      <a:close/>
                    </a:path>
                  </a:pathLst>
                </a:custGeom>
                <a:solidFill>
                  <a:srgbClr val="FF0606"/>
                </a:solidFill>
                <a:ln w="9598" cap="flat">
                  <a:solidFill>
                    <a:srgbClr val="FF0606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560" name="Graphic 7">
                <a:extLst>
                  <a:ext uri="{FF2B5EF4-FFF2-40B4-BE49-F238E27FC236}">
                    <a16:creationId xmlns:a16="http://schemas.microsoft.com/office/drawing/2014/main" id="{547C2BDB-5D9B-4FBB-16F4-4F0C1BB57216}"/>
                  </a:ext>
                </a:extLst>
              </p:cNvPr>
              <p:cNvGrpSpPr/>
              <p:nvPr/>
            </p:nvGrpSpPr>
            <p:grpSpPr>
              <a:xfrm>
                <a:off x="2994224" y="4742874"/>
                <a:ext cx="339717" cy="38407"/>
                <a:chOff x="2994224" y="4742874"/>
                <a:chExt cx="339717" cy="38407"/>
              </a:xfrm>
            </p:grpSpPr>
            <p:sp>
              <p:nvSpPr>
                <p:cNvPr id="711" name="Freeform: Shape 710">
                  <a:extLst>
                    <a:ext uri="{FF2B5EF4-FFF2-40B4-BE49-F238E27FC236}">
                      <a16:creationId xmlns:a16="http://schemas.microsoft.com/office/drawing/2014/main" id="{79261222-BC77-9025-2451-E3695A87869A}"/>
                    </a:ext>
                  </a:extLst>
                </p:cNvPr>
                <p:cNvSpPr/>
                <p:nvPr/>
              </p:nvSpPr>
              <p:spPr>
                <a:xfrm>
                  <a:off x="2994224" y="4762078"/>
                  <a:ext cx="282105" cy="9601"/>
                </a:xfrm>
                <a:custGeom>
                  <a:avLst/>
                  <a:gdLst>
                    <a:gd name="connsiteX0" fmla="*/ 1 w 282105"/>
                    <a:gd name="connsiteY0" fmla="*/ 1 h 9601"/>
                    <a:gd name="connsiteX1" fmla="*/ 282106 w 282105"/>
                    <a:gd name="connsiteY1" fmla="*/ 1 h 96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82105" h="9601">
                      <a:moveTo>
                        <a:pt x="1" y="1"/>
                      </a:moveTo>
                      <a:lnTo>
                        <a:pt x="282106" y="1"/>
                      </a:lnTo>
                    </a:path>
                  </a:pathLst>
                </a:custGeom>
                <a:noFill/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12" name="Freeform: Shape 711">
                  <a:extLst>
                    <a:ext uri="{FF2B5EF4-FFF2-40B4-BE49-F238E27FC236}">
                      <a16:creationId xmlns:a16="http://schemas.microsoft.com/office/drawing/2014/main" id="{84A05992-C46E-AF94-5F18-328472F3FE0A}"/>
                    </a:ext>
                  </a:extLst>
                </p:cNvPr>
                <p:cNvSpPr/>
                <p:nvPr/>
              </p:nvSpPr>
              <p:spPr>
                <a:xfrm>
                  <a:off x="3276330" y="4742874"/>
                  <a:ext cx="57611" cy="38407"/>
                </a:xfrm>
                <a:custGeom>
                  <a:avLst/>
                  <a:gdLst>
                    <a:gd name="connsiteX0" fmla="*/ 57612 w 57611"/>
                    <a:gd name="connsiteY0" fmla="*/ 19204 h 38407"/>
                    <a:gd name="connsiteX1" fmla="*/ 1 w 57611"/>
                    <a:gd name="connsiteY1" fmla="*/ 38408 h 38407"/>
                    <a:gd name="connsiteX2" fmla="*/ 1 w 57611"/>
                    <a:gd name="connsiteY2" fmla="*/ 1 h 384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7611" h="38407">
                      <a:moveTo>
                        <a:pt x="57612" y="19204"/>
                      </a:moveTo>
                      <a:lnTo>
                        <a:pt x="1" y="38408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561" name="Graphic 7">
                <a:extLst>
                  <a:ext uri="{FF2B5EF4-FFF2-40B4-BE49-F238E27FC236}">
                    <a16:creationId xmlns:a16="http://schemas.microsoft.com/office/drawing/2014/main" id="{F8EE66F1-22EB-A025-D175-44B79AB2F8E5}"/>
                  </a:ext>
                </a:extLst>
              </p:cNvPr>
              <p:cNvGrpSpPr/>
              <p:nvPr/>
            </p:nvGrpSpPr>
            <p:grpSpPr>
              <a:xfrm>
                <a:off x="2403703" y="4478820"/>
                <a:ext cx="435737" cy="422486"/>
                <a:chOff x="2403703" y="4478820"/>
                <a:chExt cx="435737" cy="422486"/>
              </a:xfrm>
            </p:grpSpPr>
            <p:grpSp>
              <p:nvGrpSpPr>
                <p:cNvPr id="707" name="Graphic 7">
                  <a:extLst>
                    <a:ext uri="{FF2B5EF4-FFF2-40B4-BE49-F238E27FC236}">
                      <a16:creationId xmlns:a16="http://schemas.microsoft.com/office/drawing/2014/main" id="{DA29CB73-5EE5-A81F-7CD0-81494340B268}"/>
                    </a:ext>
                  </a:extLst>
                </p:cNvPr>
                <p:cNvGrpSpPr/>
                <p:nvPr/>
              </p:nvGrpSpPr>
              <p:grpSpPr>
                <a:xfrm>
                  <a:off x="2403703" y="4742874"/>
                  <a:ext cx="435737" cy="38407"/>
                  <a:chOff x="2403703" y="4742874"/>
                  <a:chExt cx="435737" cy="38407"/>
                </a:xfrm>
              </p:grpSpPr>
              <p:sp>
                <p:nvSpPr>
                  <p:cNvPr id="709" name="Freeform: Shape 708">
                    <a:extLst>
                      <a:ext uri="{FF2B5EF4-FFF2-40B4-BE49-F238E27FC236}">
                        <a16:creationId xmlns:a16="http://schemas.microsoft.com/office/drawing/2014/main" id="{372238E1-E984-3A95-4F50-95B6AF815E3C}"/>
                      </a:ext>
                    </a:extLst>
                  </p:cNvPr>
                  <p:cNvSpPr/>
                  <p:nvPr/>
                </p:nvSpPr>
                <p:spPr>
                  <a:xfrm>
                    <a:off x="2403703" y="4762078"/>
                    <a:ext cx="378125" cy="9601"/>
                  </a:xfrm>
                  <a:custGeom>
                    <a:avLst/>
                    <a:gdLst>
                      <a:gd name="connsiteX0" fmla="*/ 1 w 378125"/>
                      <a:gd name="connsiteY0" fmla="*/ 1 h 9601"/>
                      <a:gd name="connsiteX1" fmla="*/ 378126 w 378125"/>
                      <a:gd name="connsiteY1" fmla="*/ 1 h 96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378125" h="9601">
                        <a:moveTo>
                          <a:pt x="1" y="1"/>
                        </a:moveTo>
                        <a:lnTo>
                          <a:pt x="378126" y="1"/>
                        </a:lnTo>
                      </a:path>
                    </a:pathLst>
                  </a:custGeom>
                  <a:noFill/>
                  <a:ln w="9598" cap="flat">
                    <a:solidFill>
                      <a:srgbClr val="0000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10" name="Freeform: Shape 709">
                    <a:extLst>
                      <a:ext uri="{FF2B5EF4-FFF2-40B4-BE49-F238E27FC236}">
                        <a16:creationId xmlns:a16="http://schemas.microsoft.com/office/drawing/2014/main" id="{23093D8F-EEC6-6EC5-D66A-344AF154E468}"/>
                      </a:ext>
                    </a:extLst>
                  </p:cNvPr>
                  <p:cNvSpPr/>
                  <p:nvPr/>
                </p:nvSpPr>
                <p:spPr>
                  <a:xfrm>
                    <a:off x="2781828" y="4742874"/>
                    <a:ext cx="57611" cy="38407"/>
                  </a:xfrm>
                  <a:custGeom>
                    <a:avLst/>
                    <a:gdLst>
                      <a:gd name="connsiteX0" fmla="*/ 57612 w 57611"/>
                      <a:gd name="connsiteY0" fmla="*/ 19204 h 38407"/>
                      <a:gd name="connsiteX1" fmla="*/ 1 w 57611"/>
                      <a:gd name="connsiteY1" fmla="*/ 38408 h 38407"/>
                      <a:gd name="connsiteX2" fmla="*/ 1 w 57611"/>
                      <a:gd name="connsiteY2" fmla="*/ 1 h 3840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57611" h="38407">
                        <a:moveTo>
                          <a:pt x="57612" y="19204"/>
                        </a:moveTo>
                        <a:lnTo>
                          <a:pt x="1" y="38408"/>
                        </a:lnTo>
                        <a:lnTo>
                          <a:pt x="1" y="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9598" cap="flat">
                    <a:solidFill>
                      <a:srgbClr val="0000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pic>
              <p:nvPicPr>
                <p:cNvPr id="708" name="Picture 707">
                  <a:extLst>
                    <a:ext uri="{FF2B5EF4-FFF2-40B4-BE49-F238E27FC236}">
                      <a16:creationId xmlns:a16="http://schemas.microsoft.com/office/drawing/2014/main" id="{CC78B514-3A8E-F2E5-76FF-69B6B2A8C9A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466116" y="4478820"/>
                  <a:ext cx="230447" cy="422486"/>
                </a:xfrm>
                <a:custGeom>
                  <a:avLst/>
                  <a:gdLst>
                    <a:gd name="connsiteX0" fmla="*/ 0 w 230447"/>
                    <a:gd name="connsiteY0" fmla="*/ 0 h 422486"/>
                    <a:gd name="connsiteX1" fmla="*/ 230447 w 230447"/>
                    <a:gd name="connsiteY1" fmla="*/ 0 h 422486"/>
                    <a:gd name="connsiteX2" fmla="*/ 230447 w 230447"/>
                    <a:gd name="connsiteY2" fmla="*/ 422486 h 422486"/>
                    <a:gd name="connsiteX3" fmla="*/ 0 w 230447"/>
                    <a:gd name="connsiteY3" fmla="*/ 422486 h 4224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30447" h="422486">
                      <a:moveTo>
                        <a:pt x="0" y="0"/>
                      </a:moveTo>
                      <a:lnTo>
                        <a:pt x="230447" y="0"/>
                      </a:lnTo>
                      <a:lnTo>
                        <a:pt x="230447" y="422486"/>
                      </a:lnTo>
                      <a:lnTo>
                        <a:pt x="0" y="422486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562" name="Graphic 7">
                <a:extLst>
                  <a:ext uri="{FF2B5EF4-FFF2-40B4-BE49-F238E27FC236}">
                    <a16:creationId xmlns:a16="http://schemas.microsoft.com/office/drawing/2014/main" id="{E7C30E14-08A0-9BE0-4DB8-AFA1FC1AF168}"/>
                  </a:ext>
                </a:extLst>
              </p:cNvPr>
              <p:cNvGrpSpPr/>
              <p:nvPr/>
            </p:nvGrpSpPr>
            <p:grpSpPr>
              <a:xfrm>
                <a:off x="3344696" y="4666059"/>
                <a:ext cx="192039" cy="220845"/>
                <a:chOff x="3344696" y="4666059"/>
                <a:chExt cx="192039" cy="220845"/>
              </a:xfrm>
              <a:solidFill>
                <a:srgbClr val="FFFFFF"/>
              </a:solidFill>
            </p:grpSpPr>
            <p:sp>
              <p:nvSpPr>
                <p:cNvPr id="705" name="Freeform: Shape 704">
                  <a:extLst>
                    <a:ext uri="{FF2B5EF4-FFF2-40B4-BE49-F238E27FC236}">
                      <a16:creationId xmlns:a16="http://schemas.microsoft.com/office/drawing/2014/main" id="{59215836-D81D-08F0-268E-66899C66635E}"/>
                    </a:ext>
                  </a:extLst>
                </p:cNvPr>
                <p:cNvSpPr/>
                <p:nvPr/>
              </p:nvSpPr>
              <p:spPr>
                <a:xfrm>
                  <a:off x="3344696" y="4666059"/>
                  <a:ext cx="192039" cy="192039"/>
                </a:xfrm>
                <a:custGeom>
                  <a:avLst/>
                  <a:gdLst>
                    <a:gd name="connsiteX0" fmla="*/ 1 w 192039"/>
                    <a:gd name="connsiteY0" fmla="*/ 1 h 192039"/>
                    <a:gd name="connsiteX1" fmla="*/ 192040 w 192039"/>
                    <a:gd name="connsiteY1" fmla="*/ 1 h 192039"/>
                    <a:gd name="connsiteX2" fmla="*/ 192040 w 192039"/>
                    <a:gd name="connsiteY2" fmla="*/ 192040 h 192039"/>
                    <a:gd name="connsiteX3" fmla="*/ 1 w 192039"/>
                    <a:gd name="connsiteY3" fmla="*/ 192040 h 1920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039" h="192039">
                      <a:moveTo>
                        <a:pt x="1" y="1"/>
                      </a:moveTo>
                      <a:lnTo>
                        <a:pt x="192040" y="1"/>
                      </a:lnTo>
                      <a:lnTo>
                        <a:pt x="192040" y="192040"/>
                      </a:lnTo>
                      <a:lnTo>
                        <a:pt x="1" y="19204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pic>
              <p:nvPicPr>
                <p:cNvPr id="706" name="Picture 705">
                  <a:extLst>
                    <a:ext uri="{FF2B5EF4-FFF2-40B4-BE49-F238E27FC236}">
                      <a16:creationId xmlns:a16="http://schemas.microsoft.com/office/drawing/2014/main" id="{66B7D5BA-2D4B-FDBB-73CF-0AA0A56D378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349496" y="4666059"/>
                  <a:ext cx="172835" cy="220845"/>
                </a:xfrm>
                <a:custGeom>
                  <a:avLst/>
                  <a:gdLst>
                    <a:gd name="connsiteX0" fmla="*/ 0 w 172835"/>
                    <a:gd name="connsiteY0" fmla="*/ 0 h 220845"/>
                    <a:gd name="connsiteX1" fmla="*/ 172835 w 172835"/>
                    <a:gd name="connsiteY1" fmla="*/ 0 h 220845"/>
                    <a:gd name="connsiteX2" fmla="*/ 172835 w 172835"/>
                    <a:gd name="connsiteY2" fmla="*/ 220845 h 220845"/>
                    <a:gd name="connsiteX3" fmla="*/ 0 w 172835"/>
                    <a:gd name="connsiteY3" fmla="*/ 220845 h 2208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2835" h="220845">
                      <a:moveTo>
                        <a:pt x="0" y="0"/>
                      </a:moveTo>
                      <a:lnTo>
                        <a:pt x="172835" y="0"/>
                      </a:lnTo>
                      <a:lnTo>
                        <a:pt x="172835" y="220845"/>
                      </a:lnTo>
                      <a:lnTo>
                        <a:pt x="0" y="220845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563" name="Graphic 7">
                <a:extLst>
                  <a:ext uri="{FF2B5EF4-FFF2-40B4-BE49-F238E27FC236}">
                    <a16:creationId xmlns:a16="http://schemas.microsoft.com/office/drawing/2014/main" id="{FBAFDB8F-4FAD-E43B-F243-9854D9A57803}"/>
                  </a:ext>
                </a:extLst>
              </p:cNvPr>
              <p:cNvGrpSpPr/>
              <p:nvPr/>
            </p:nvGrpSpPr>
            <p:grpSpPr>
              <a:xfrm>
                <a:off x="2850194" y="4690064"/>
                <a:ext cx="144029" cy="144029"/>
                <a:chOff x="2850194" y="4690064"/>
                <a:chExt cx="144029" cy="144029"/>
              </a:xfrm>
            </p:grpSpPr>
            <p:sp>
              <p:nvSpPr>
                <p:cNvPr id="702" name="Freeform: Shape 701">
                  <a:extLst>
                    <a:ext uri="{FF2B5EF4-FFF2-40B4-BE49-F238E27FC236}">
                      <a16:creationId xmlns:a16="http://schemas.microsoft.com/office/drawing/2014/main" id="{C45972FE-C879-EC34-3164-9F45EFE54626}"/>
                    </a:ext>
                  </a:extLst>
                </p:cNvPr>
                <p:cNvSpPr/>
                <p:nvPr/>
              </p:nvSpPr>
              <p:spPr>
                <a:xfrm>
                  <a:off x="2850194" y="4690064"/>
                  <a:ext cx="144029" cy="144029"/>
                </a:xfrm>
                <a:custGeom>
                  <a:avLst/>
                  <a:gdLst>
                    <a:gd name="connsiteX0" fmla="*/ 144030 w 144029"/>
                    <a:gd name="connsiteY0" fmla="*/ 72015 h 144029"/>
                    <a:gd name="connsiteX1" fmla="*/ 72015 w 144029"/>
                    <a:gd name="connsiteY1" fmla="*/ 144030 h 144029"/>
                    <a:gd name="connsiteX2" fmla="*/ 1 w 144029"/>
                    <a:gd name="connsiteY2" fmla="*/ 72015 h 144029"/>
                    <a:gd name="connsiteX3" fmla="*/ 72015 w 144029"/>
                    <a:gd name="connsiteY3" fmla="*/ 1 h 144029"/>
                    <a:gd name="connsiteX4" fmla="*/ 144030 w 144029"/>
                    <a:gd name="connsiteY4" fmla="*/ 72015 h 1440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4029" h="144029">
                      <a:moveTo>
                        <a:pt x="144030" y="72015"/>
                      </a:moveTo>
                      <a:cubicBezTo>
                        <a:pt x="144030" y="111788"/>
                        <a:pt x="111788" y="144030"/>
                        <a:pt x="72015" y="144030"/>
                      </a:cubicBezTo>
                      <a:cubicBezTo>
                        <a:pt x="32242" y="144030"/>
                        <a:pt x="1" y="111788"/>
                        <a:pt x="1" y="72015"/>
                      </a:cubicBezTo>
                      <a:cubicBezTo>
                        <a:pt x="1" y="32242"/>
                        <a:pt x="32242" y="1"/>
                        <a:pt x="72015" y="1"/>
                      </a:cubicBezTo>
                      <a:cubicBezTo>
                        <a:pt x="111788" y="1"/>
                        <a:pt x="144030" y="32242"/>
                        <a:pt x="144030" y="7201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03" name="Freeform: Shape 702">
                  <a:extLst>
                    <a:ext uri="{FF2B5EF4-FFF2-40B4-BE49-F238E27FC236}">
                      <a16:creationId xmlns:a16="http://schemas.microsoft.com/office/drawing/2014/main" id="{B2B94496-2F32-3120-6DE4-8ABFB6C5A75D}"/>
                    </a:ext>
                  </a:extLst>
                </p:cNvPr>
                <p:cNvSpPr/>
                <p:nvPr/>
              </p:nvSpPr>
              <p:spPr>
                <a:xfrm>
                  <a:off x="2850194" y="4762078"/>
                  <a:ext cx="144029" cy="9601"/>
                </a:xfrm>
                <a:custGeom>
                  <a:avLst/>
                  <a:gdLst>
                    <a:gd name="connsiteX0" fmla="*/ 1 w 144029"/>
                    <a:gd name="connsiteY0" fmla="*/ 1 h 9601"/>
                    <a:gd name="connsiteX1" fmla="*/ 144030 w 144029"/>
                    <a:gd name="connsiteY1" fmla="*/ 1 h 96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44029" h="9601">
                      <a:moveTo>
                        <a:pt x="1" y="1"/>
                      </a:moveTo>
                      <a:lnTo>
                        <a:pt x="144030" y="1"/>
                      </a:lnTo>
                    </a:path>
                  </a:pathLst>
                </a:custGeom>
                <a:noFill/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04" name="Freeform: Shape 703">
                  <a:extLst>
                    <a:ext uri="{FF2B5EF4-FFF2-40B4-BE49-F238E27FC236}">
                      <a16:creationId xmlns:a16="http://schemas.microsoft.com/office/drawing/2014/main" id="{D09BBA3D-1C31-5C98-8876-9F6DE92F4733}"/>
                    </a:ext>
                  </a:extLst>
                </p:cNvPr>
                <p:cNvSpPr/>
                <p:nvPr/>
              </p:nvSpPr>
              <p:spPr>
                <a:xfrm>
                  <a:off x="2922209" y="4690064"/>
                  <a:ext cx="9601" cy="144029"/>
                </a:xfrm>
                <a:custGeom>
                  <a:avLst/>
                  <a:gdLst>
                    <a:gd name="connsiteX0" fmla="*/ 1 w 9601"/>
                    <a:gd name="connsiteY0" fmla="*/ 1 h 144029"/>
                    <a:gd name="connsiteX1" fmla="*/ 1 w 9601"/>
                    <a:gd name="connsiteY1" fmla="*/ 144030 h 1440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9601" h="144029">
                      <a:moveTo>
                        <a:pt x="1" y="1"/>
                      </a:moveTo>
                      <a:lnTo>
                        <a:pt x="1" y="144030"/>
                      </a:lnTo>
                    </a:path>
                  </a:pathLst>
                </a:custGeom>
                <a:noFill/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564" name="Graphic 7">
                <a:extLst>
                  <a:ext uri="{FF2B5EF4-FFF2-40B4-BE49-F238E27FC236}">
                    <a16:creationId xmlns:a16="http://schemas.microsoft.com/office/drawing/2014/main" id="{395139FF-B460-3A74-A011-94ABC555E899}"/>
                  </a:ext>
                </a:extLst>
              </p:cNvPr>
              <p:cNvGrpSpPr/>
              <p:nvPr/>
            </p:nvGrpSpPr>
            <p:grpSpPr>
              <a:xfrm>
                <a:off x="3536735" y="4742874"/>
                <a:ext cx="531756" cy="38407"/>
                <a:chOff x="3536735" y="4742874"/>
                <a:chExt cx="531756" cy="38407"/>
              </a:xfrm>
            </p:grpSpPr>
            <p:sp>
              <p:nvSpPr>
                <p:cNvPr id="700" name="Freeform: Shape 699">
                  <a:extLst>
                    <a:ext uri="{FF2B5EF4-FFF2-40B4-BE49-F238E27FC236}">
                      <a16:creationId xmlns:a16="http://schemas.microsoft.com/office/drawing/2014/main" id="{C2643C28-109E-E0CF-F80E-9F75AFDF7EB1}"/>
                    </a:ext>
                  </a:extLst>
                </p:cNvPr>
                <p:cNvSpPr/>
                <p:nvPr/>
              </p:nvSpPr>
              <p:spPr>
                <a:xfrm>
                  <a:off x="3536735" y="4762078"/>
                  <a:ext cx="474145" cy="9601"/>
                </a:xfrm>
                <a:custGeom>
                  <a:avLst/>
                  <a:gdLst>
                    <a:gd name="connsiteX0" fmla="*/ 1 w 474145"/>
                    <a:gd name="connsiteY0" fmla="*/ 1 h 9601"/>
                    <a:gd name="connsiteX1" fmla="*/ 474146 w 474145"/>
                    <a:gd name="connsiteY1" fmla="*/ 1 h 96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474145" h="9601">
                      <a:moveTo>
                        <a:pt x="1" y="1"/>
                      </a:moveTo>
                      <a:lnTo>
                        <a:pt x="474146" y="1"/>
                      </a:lnTo>
                    </a:path>
                  </a:pathLst>
                </a:custGeom>
                <a:noFill/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01" name="Freeform: Shape 700">
                  <a:extLst>
                    <a:ext uri="{FF2B5EF4-FFF2-40B4-BE49-F238E27FC236}">
                      <a16:creationId xmlns:a16="http://schemas.microsoft.com/office/drawing/2014/main" id="{E7D77389-0BD5-67A1-AAA7-ACCD4B29B893}"/>
                    </a:ext>
                  </a:extLst>
                </p:cNvPr>
                <p:cNvSpPr/>
                <p:nvPr/>
              </p:nvSpPr>
              <p:spPr>
                <a:xfrm>
                  <a:off x="4010880" y="4742874"/>
                  <a:ext cx="57611" cy="38407"/>
                </a:xfrm>
                <a:custGeom>
                  <a:avLst/>
                  <a:gdLst>
                    <a:gd name="connsiteX0" fmla="*/ 57612 w 57611"/>
                    <a:gd name="connsiteY0" fmla="*/ 19204 h 38407"/>
                    <a:gd name="connsiteX1" fmla="*/ 1 w 57611"/>
                    <a:gd name="connsiteY1" fmla="*/ 38408 h 38407"/>
                    <a:gd name="connsiteX2" fmla="*/ 1 w 57611"/>
                    <a:gd name="connsiteY2" fmla="*/ 1 h 384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7611" h="38407">
                      <a:moveTo>
                        <a:pt x="57612" y="19204"/>
                      </a:moveTo>
                      <a:lnTo>
                        <a:pt x="1" y="38408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565" name="Graphic 7">
                <a:extLst>
                  <a:ext uri="{FF2B5EF4-FFF2-40B4-BE49-F238E27FC236}">
                    <a16:creationId xmlns:a16="http://schemas.microsoft.com/office/drawing/2014/main" id="{F0F3ACDC-E872-7AA1-BBF9-FA75D9943328}"/>
                  </a:ext>
                </a:extLst>
              </p:cNvPr>
              <p:cNvGrpSpPr/>
              <p:nvPr/>
            </p:nvGrpSpPr>
            <p:grpSpPr>
              <a:xfrm>
                <a:off x="4079246" y="4690064"/>
                <a:ext cx="144029" cy="144029"/>
                <a:chOff x="4079246" y="4690064"/>
                <a:chExt cx="144029" cy="144029"/>
              </a:xfrm>
            </p:grpSpPr>
            <p:sp>
              <p:nvSpPr>
                <p:cNvPr id="697" name="Freeform: Shape 696">
                  <a:extLst>
                    <a:ext uri="{FF2B5EF4-FFF2-40B4-BE49-F238E27FC236}">
                      <a16:creationId xmlns:a16="http://schemas.microsoft.com/office/drawing/2014/main" id="{73C00932-4ACF-0765-AD59-4F911216148A}"/>
                    </a:ext>
                  </a:extLst>
                </p:cNvPr>
                <p:cNvSpPr/>
                <p:nvPr/>
              </p:nvSpPr>
              <p:spPr>
                <a:xfrm>
                  <a:off x="4079246" y="4690064"/>
                  <a:ext cx="144029" cy="144029"/>
                </a:xfrm>
                <a:custGeom>
                  <a:avLst/>
                  <a:gdLst>
                    <a:gd name="connsiteX0" fmla="*/ 144030 w 144029"/>
                    <a:gd name="connsiteY0" fmla="*/ 72015 h 144029"/>
                    <a:gd name="connsiteX1" fmla="*/ 72015 w 144029"/>
                    <a:gd name="connsiteY1" fmla="*/ 144030 h 144029"/>
                    <a:gd name="connsiteX2" fmla="*/ 1 w 144029"/>
                    <a:gd name="connsiteY2" fmla="*/ 72015 h 144029"/>
                    <a:gd name="connsiteX3" fmla="*/ 72015 w 144029"/>
                    <a:gd name="connsiteY3" fmla="*/ 1 h 144029"/>
                    <a:gd name="connsiteX4" fmla="*/ 144030 w 144029"/>
                    <a:gd name="connsiteY4" fmla="*/ 72015 h 1440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4029" h="144029">
                      <a:moveTo>
                        <a:pt x="144030" y="72015"/>
                      </a:moveTo>
                      <a:cubicBezTo>
                        <a:pt x="144030" y="111788"/>
                        <a:pt x="111788" y="144030"/>
                        <a:pt x="72015" y="144030"/>
                      </a:cubicBezTo>
                      <a:cubicBezTo>
                        <a:pt x="32242" y="144030"/>
                        <a:pt x="1" y="111788"/>
                        <a:pt x="1" y="72015"/>
                      </a:cubicBezTo>
                      <a:cubicBezTo>
                        <a:pt x="1" y="32242"/>
                        <a:pt x="32242" y="1"/>
                        <a:pt x="72015" y="1"/>
                      </a:cubicBezTo>
                      <a:cubicBezTo>
                        <a:pt x="111788" y="1"/>
                        <a:pt x="144030" y="32242"/>
                        <a:pt x="144030" y="7201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98" name="Freeform: Shape 697">
                  <a:extLst>
                    <a:ext uri="{FF2B5EF4-FFF2-40B4-BE49-F238E27FC236}">
                      <a16:creationId xmlns:a16="http://schemas.microsoft.com/office/drawing/2014/main" id="{F1F688AD-DD26-815F-8AF7-A30944013545}"/>
                    </a:ext>
                  </a:extLst>
                </p:cNvPr>
                <p:cNvSpPr/>
                <p:nvPr/>
              </p:nvSpPr>
              <p:spPr>
                <a:xfrm>
                  <a:off x="4079246" y="4762078"/>
                  <a:ext cx="144029" cy="9601"/>
                </a:xfrm>
                <a:custGeom>
                  <a:avLst/>
                  <a:gdLst>
                    <a:gd name="connsiteX0" fmla="*/ 1 w 144029"/>
                    <a:gd name="connsiteY0" fmla="*/ 1 h 9601"/>
                    <a:gd name="connsiteX1" fmla="*/ 144030 w 144029"/>
                    <a:gd name="connsiteY1" fmla="*/ 1 h 96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44029" h="9601">
                      <a:moveTo>
                        <a:pt x="1" y="1"/>
                      </a:moveTo>
                      <a:lnTo>
                        <a:pt x="144030" y="1"/>
                      </a:lnTo>
                    </a:path>
                  </a:pathLst>
                </a:custGeom>
                <a:noFill/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99" name="Freeform: Shape 698">
                  <a:extLst>
                    <a:ext uri="{FF2B5EF4-FFF2-40B4-BE49-F238E27FC236}">
                      <a16:creationId xmlns:a16="http://schemas.microsoft.com/office/drawing/2014/main" id="{120E14EC-EB7A-22F2-D108-0D6B3065A926}"/>
                    </a:ext>
                  </a:extLst>
                </p:cNvPr>
                <p:cNvSpPr/>
                <p:nvPr/>
              </p:nvSpPr>
              <p:spPr>
                <a:xfrm>
                  <a:off x="4151261" y="4690064"/>
                  <a:ext cx="9601" cy="144029"/>
                </a:xfrm>
                <a:custGeom>
                  <a:avLst/>
                  <a:gdLst>
                    <a:gd name="connsiteX0" fmla="*/ 1 w 9601"/>
                    <a:gd name="connsiteY0" fmla="*/ 1 h 144029"/>
                    <a:gd name="connsiteX1" fmla="*/ 1 w 9601"/>
                    <a:gd name="connsiteY1" fmla="*/ 144030 h 1440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9601" h="144029">
                      <a:moveTo>
                        <a:pt x="1" y="1"/>
                      </a:moveTo>
                      <a:lnTo>
                        <a:pt x="1" y="144030"/>
                      </a:lnTo>
                    </a:path>
                  </a:pathLst>
                </a:custGeom>
                <a:noFill/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566" name="Graphic 7">
                <a:extLst>
                  <a:ext uri="{FF2B5EF4-FFF2-40B4-BE49-F238E27FC236}">
                    <a16:creationId xmlns:a16="http://schemas.microsoft.com/office/drawing/2014/main" id="{84E5395A-D82F-8EEE-630D-CD62913F6CE7}"/>
                  </a:ext>
                </a:extLst>
              </p:cNvPr>
              <p:cNvGrpSpPr/>
              <p:nvPr/>
            </p:nvGrpSpPr>
            <p:grpSpPr>
              <a:xfrm>
                <a:off x="1765172" y="5703071"/>
                <a:ext cx="358921" cy="38407"/>
                <a:chOff x="1765172" y="5703071"/>
                <a:chExt cx="358921" cy="38407"/>
              </a:xfrm>
            </p:grpSpPr>
            <p:sp>
              <p:nvSpPr>
                <p:cNvPr id="695" name="Freeform: Shape 694">
                  <a:extLst>
                    <a:ext uri="{FF2B5EF4-FFF2-40B4-BE49-F238E27FC236}">
                      <a16:creationId xmlns:a16="http://schemas.microsoft.com/office/drawing/2014/main" id="{AC4D9C15-8A68-8345-0391-E489CC1FB454}"/>
                    </a:ext>
                  </a:extLst>
                </p:cNvPr>
                <p:cNvSpPr/>
                <p:nvPr/>
              </p:nvSpPr>
              <p:spPr>
                <a:xfrm>
                  <a:off x="1765172" y="5722275"/>
                  <a:ext cx="301309" cy="9601"/>
                </a:xfrm>
                <a:custGeom>
                  <a:avLst/>
                  <a:gdLst>
                    <a:gd name="connsiteX0" fmla="*/ 1 w 301309"/>
                    <a:gd name="connsiteY0" fmla="*/ 1 h 9601"/>
                    <a:gd name="connsiteX1" fmla="*/ 301310 w 301309"/>
                    <a:gd name="connsiteY1" fmla="*/ 1 h 96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01309" h="9601">
                      <a:moveTo>
                        <a:pt x="1" y="1"/>
                      </a:moveTo>
                      <a:lnTo>
                        <a:pt x="301310" y="1"/>
                      </a:lnTo>
                    </a:path>
                  </a:pathLst>
                </a:custGeom>
                <a:noFill/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96" name="Freeform: Shape 695">
                  <a:extLst>
                    <a:ext uri="{FF2B5EF4-FFF2-40B4-BE49-F238E27FC236}">
                      <a16:creationId xmlns:a16="http://schemas.microsoft.com/office/drawing/2014/main" id="{3C24D661-31DC-474D-D54B-E0A50B4A9B86}"/>
                    </a:ext>
                  </a:extLst>
                </p:cNvPr>
                <p:cNvSpPr/>
                <p:nvPr/>
              </p:nvSpPr>
              <p:spPr>
                <a:xfrm>
                  <a:off x="2066482" y="5703071"/>
                  <a:ext cx="57611" cy="38407"/>
                </a:xfrm>
                <a:custGeom>
                  <a:avLst/>
                  <a:gdLst>
                    <a:gd name="connsiteX0" fmla="*/ 57612 w 57611"/>
                    <a:gd name="connsiteY0" fmla="*/ 19204 h 38407"/>
                    <a:gd name="connsiteX1" fmla="*/ 1 w 57611"/>
                    <a:gd name="connsiteY1" fmla="*/ 38408 h 38407"/>
                    <a:gd name="connsiteX2" fmla="*/ 1 w 57611"/>
                    <a:gd name="connsiteY2" fmla="*/ 1 h 384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7611" h="38407">
                      <a:moveTo>
                        <a:pt x="57612" y="19204"/>
                      </a:moveTo>
                      <a:lnTo>
                        <a:pt x="1" y="38408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567" name="Graphic 7">
                <a:extLst>
                  <a:ext uri="{FF2B5EF4-FFF2-40B4-BE49-F238E27FC236}">
                    <a16:creationId xmlns:a16="http://schemas.microsoft.com/office/drawing/2014/main" id="{980CAE3C-9DDE-7586-349B-E7EBE111ECD3}"/>
                  </a:ext>
                </a:extLst>
              </p:cNvPr>
              <p:cNvGrpSpPr/>
              <p:nvPr/>
            </p:nvGrpSpPr>
            <p:grpSpPr>
              <a:xfrm>
                <a:off x="1621143" y="5650260"/>
                <a:ext cx="144029" cy="144029"/>
                <a:chOff x="1621143" y="5650260"/>
                <a:chExt cx="144029" cy="144029"/>
              </a:xfrm>
            </p:grpSpPr>
            <p:sp>
              <p:nvSpPr>
                <p:cNvPr id="692" name="Freeform: Shape 691">
                  <a:extLst>
                    <a:ext uri="{FF2B5EF4-FFF2-40B4-BE49-F238E27FC236}">
                      <a16:creationId xmlns:a16="http://schemas.microsoft.com/office/drawing/2014/main" id="{A4F110FF-F5F0-9FA1-A16F-8FE75A4CEA4F}"/>
                    </a:ext>
                  </a:extLst>
                </p:cNvPr>
                <p:cNvSpPr/>
                <p:nvPr/>
              </p:nvSpPr>
              <p:spPr>
                <a:xfrm>
                  <a:off x="1621143" y="5650260"/>
                  <a:ext cx="144029" cy="144029"/>
                </a:xfrm>
                <a:custGeom>
                  <a:avLst/>
                  <a:gdLst>
                    <a:gd name="connsiteX0" fmla="*/ 144030 w 144029"/>
                    <a:gd name="connsiteY0" fmla="*/ 72015 h 144029"/>
                    <a:gd name="connsiteX1" fmla="*/ 72015 w 144029"/>
                    <a:gd name="connsiteY1" fmla="*/ 144030 h 144029"/>
                    <a:gd name="connsiteX2" fmla="*/ 1 w 144029"/>
                    <a:gd name="connsiteY2" fmla="*/ 72015 h 144029"/>
                    <a:gd name="connsiteX3" fmla="*/ 72015 w 144029"/>
                    <a:gd name="connsiteY3" fmla="*/ 1 h 144029"/>
                    <a:gd name="connsiteX4" fmla="*/ 144030 w 144029"/>
                    <a:gd name="connsiteY4" fmla="*/ 72015 h 1440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4029" h="144029">
                      <a:moveTo>
                        <a:pt x="144030" y="72015"/>
                      </a:moveTo>
                      <a:cubicBezTo>
                        <a:pt x="144030" y="111788"/>
                        <a:pt x="111788" y="144030"/>
                        <a:pt x="72015" y="144030"/>
                      </a:cubicBezTo>
                      <a:cubicBezTo>
                        <a:pt x="32243" y="144030"/>
                        <a:pt x="1" y="111788"/>
                        <a:pt x="1" y="72015"/>
                      </a:cubicBezTo>
                      <a:cubicBezTo>
                        <a:pt x="1" y="32242"/>
                        <a:pt x="32243" y="1"/>
                        <a:pt x="72015" y="1"/>
                      </a:cubicBezTo>
                      <a:cubicBezTo>
                        <a:pt x="111788" y="1"/>
                        <a:pt x="144030" y="32242"/>
                        <a:pt x="144030" y="7201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93" name="Freeform: Shape 692">
                  <a:extLst>
                    <a:ext uri="{FF2B5EF4-FFF2-40B4-BE49-F238E27FC236}">
                      <a16:creationId xmlns:a16="http://schemas.microsoft.com/office/drawing/2014/main" id="{32086A51-C954-C2D8-7D65-593BA50D488D}"/>
                    </a:ext>
                  </a:extLst>
                </p:cNvPr>
                <p:cNvSpPr/>
                <p:nvPr/>
              </p:nvSpPr>
              <p:spPr>
                <a:xfrm>
                  <a:off x="1621143" y="5722275"/>
                  <a:ext cx="144029" cy="9601"/>
                </a:xfrm>
                <a:custGeom>
                  <a:avLst/>
                  <a:gdLst>
                    <a:gd name="connsiteX0" fmla="*/ 1 w 144029"/>
                    <a:gd name="connsiteY0" fmla="*/ 1 h 9601"/>
                    <a:gd name="connsiteX1" fmla="*/ 144030 w 144029"/>
                    <a:gd name="connsiteY1" fmla="*/ 1 h 96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44029" h="9601">
                      <a:moveTo>
                        <a:pt x="1" y="1"/>
                      </a:moveTo>
                      <a:lnTo>
                        <a:pt x="144030" y="1"/>
                      </a:lnTo>
                    </a:path>
                  </a:pathLst>
                </a:custGeom>
                <a:noFill/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94" name="Freeform: Shape 693">
                  <a:extLst>
                    <a:ext uri="{FF2B5EF4-FFF2-40B4-BE49-F238E27FC236}">
                      <a16:creationId xmlns:a16="http://schemas.microsoft.com/office/drawing/2014/main" id="{41A38E5C-C793-3CFE-B8FA-54EBFBD8D780}"/>
                    </a:ext>
                  </a:extLst>
                </p:cNvPr>
                <p:cNvSpPr/>
                <p:nvPr/>
              </p:nvSpPr>
              <p:spPr>
                <a:xfrm>
                  <a:off x="1693158" y="5650260"/>
                  <a:ext cx="9601" cy="144029"/>
                </a:xfrm>
                <a:custGeom>
                  <a:avLst/>
                  <a:gdLst>
                    <a:gd name="connsiteX0" fmla="*/ 1 w 9601"/>
                    <a:gd name="connsiteY0" fmla="*/ 1 h 144029"/>
                    <a:gd name="connsiteX1" fmla="*/ 1 w 9601"/>
                    <a:gd name="connsiteY1" fmla="*/ 144030 h 1440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9601" h="144029">
                      <a:moveTo>
                        <a:pt x="1" y="1"/>
                      </a:moveTo>
                      <a:lnTo>
                        <a:pt x="1" y="144030"/>
                      </a:lnTo>
                    </a:path>
                  </a:pathLst>
                </a:custGeom>
                <a:noFill/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568" name="Graphic 7">
                <a:extLst>
                  <a:ext uri="{FF2B5EF4-FFF2-40B4-BE49-F238E27FC236}">
                    <a16:creationId xmlns:a16="http://schemas.microsoft.com/office/drawing/2014/main" id="{FBF09293-8D69-C104-45CB-E550F64B763A}"/>
                  </a:ext>
                </a:extLst>
              </p:cNvPr>
              <p:cNvGrpSpPr/>
              <p:nvPr/>
            </p:nvGrpSpPr>
            <p:grpSpPr>
              <a:xfrm>
                <a:off x="1078632" y="5703071"/>
                <a:ext cx="531756" cy="38407"/>
                <a:chOff x="1078632" y="5703071"/>
                <a:chExt cx="531756" cy="38407"/>
              </a:xfrm>
            </p:grpSpPr>
            <p:sp>
              <p:nvSpPr>
                <p:cNvPr id="690" name="Freeform: Shape 689">
                  <a:extLst>
                    <a:ext uri="{FF2B5EF4-FFF2-40B4-BE49-F238E27FC236}">
                      <a16:creationId xmlns:a16="http://schemas.microsoft.com/office/drawing/2014/main" id="{79B80EE2-196E-6A20-0179-43C05109CD47}"/>
                    </a:ext>
                  </a:extLst>
                </p:cNvPr>
                <p:cNvSpPr/>
                <p:nvPr/>
              </p:nvSpPr>
              <p:spPr>
                <a:xfrm>
                  <a:off x="1078632" y="5722275"/>
                  <a:ext cx="474145" cy="9601"/>
                </a:xfrm>
                <a:custGeom>
                  <a:avLst/>
                  <a:gdLst>
                    <a:gd name="connsiteX0" fmla="*/ 1 w 474145"/>
                    <a:gd name="connsiteY0" fmla="*/ 1 h 9601"/>
                    <a:gd name="connsiteX1" fmla="*/ 474146 w 474145"/>
                    <a:gd name="connsiteY1" fmla="*/ 1 h 96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474145" h="9601">
                      <a:moveTo>
                        <a:pt x="1" y="1"/>
                      </a:moveTo>
                      <a:lnTo>
                        <a:pt x="474146" y="1"/>
                      </a:lnTo>
                    </a:path>
                  </a:pathLst>
                </a:custGeom>
                <a:noFill/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91" name="Freeform: Shape 690">
                  <a:extLst>
                    <a:ext uri="{FF2B5EF4-FFF2-40B4-BE49-F238E27FC236}">
                      <a16:creationId xmlns:a16="http://schemas.microsoft.com/office/drawing/2014/main" id="{E6C7CE48-7557-76CE-4672-3AB5DE68B960}"/>
                    </a:ext>
                  </a:extLst>
                </p:cNvPr>
                <p:cNvSpPr/>
                <p:nvPr/>
              </p:nvSpPr>
              <p:spPr>
                <a:xfrm>
                  <a:off x="1552777" y="5703071"/>
                  <a:ext cx="57611" cy="38407"/>
                </a:xfrm>
                <a:custGeom>
                  <a:avLst/>
                  <a:gdLst>
                    <a:gd name="connsiteX0" fmla="*/ 57612 w 57611"/>
                    <a:gd name="connsiteY0" fmla="*/ 19204 h 38407"/>
                    <a:gd name="connsiteX1" fmla="*/ 1 w 57611"/>
                    <a:gd name="connsiteY1" fmla="*/ 38408 h 38407"/>
                    <a:gd name="connsiteX2" fmla="*/ 1 w 57611"/>
                    <a:gd name="connsiteY2" fmla="*/ 1 h 384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7611" h="38407">
                      <a:moveTo>
                        <a:pt x="57612" y="19204"/>
                      </a:moveTo>
                      <a:lnTo>
                        <a:pt x="1" y="38408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569" name="Graphic 7">
                <a:extLst>
                  <a:ext uri="{FF2B5EF4-FFF2-40B4-BE49-F238E27FC236}">
                    <a16:creationId xmlns:a16="http://schemas.microsoft.com/office/drawing/2014/main" id="{AE3D3A7A-15B0-66E5-4360-868EE4860CF3}"/>
                  </a:ext>
                </a:extLst>
              </p:cNvPr>
              <p:cNvGrpSpPr/>
              <p:nvPr/>
            </p:nvGrpSpPr>
            <p:grpSpPr>
              <a:xfrm>
                <a:off x="1672897" y="5338196"/>
                <a:ext cx="38407" cy="301309"/>
                <a:chOff x="1672897" y="5338196"/>
                <a:chExt cx="38407" cy="301309"/>
              </a:xfrm>
            </p:grpSpPr>
            <p:sp>
              <p:nvSpPr>
                <p:cNvPr id="688" name="Freeform: Shape 687">
                  <a:extLst>
                    <a:ext uri="{FF2B5EF4-FFF2-40B4-BE49-F238E27FC236}">
                      <a16:creationId xmlns:a16="http://schemas.microsoft.com/office/drawing/2014/main" id="{A28924FE-D2F2-3CA2-0D43-B7B169C017F5}"/>
                    </a:ext>
                  </a:extLst>
                </p:cNvPr>
                <p:cNvSpPr/>
                <p:nvPr/>
              </p:nvSpPr>
              <p:spPr>
                <a:xfrm>
                  <a:off x="1692101" y="5338196"/>
                  <a:ext cx="9601" cy="243697"/>
                </a:xfrm>
                <a:custGeom>
                  <a:avLst/>
                  <a:gdLst>
                    <a:gd name="connsiteX0" fmla="*/ 1 w 9601"/>
                    <a:gd name="connsiteY0" fmla="*/ 1 h 243697"/>
                    <a:gd name="connsiteX1" fmla="*/ 1 w 9601"/>
                    <a:gd name="connsiteY1" fmla="*/ 243698 h 2436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9601" h="243697">
                      <a:moveTo>
                        <a:pt x="1" y="1"/>
                      </a:moveTo>
                      <a:lnTo>
                        <a:pt x="1" y="243698"/>
                      </a:lnTo>
                    </a:path>
                  </a:pathLst>
                </a:custGeom>
                <a:noFill/>
                <a:ln w="9598" cap="flat">
                  <a:solidFill>
                    <a:srgbClr val="FF8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89" name="Freeform: Shape 688">
                  <a:extLst>
                    <a:ext uri="{FF2B5EF4-FFF2-40B4-BE49-F238E27FC236}">
                      <a16:creationId xmlns:a16="http://schemas.microsoft.com/office/drawing/2014/main" id="{81587193-CC69-A3D6-0306-394A47D206CE}"/>
                    </a:ext>
                  </a:extLst>
                </p:cNvPr>
                <p:cNvSpPr/>
                <p:nvPr/>
              </p:nvSpPr>
              <p:spPr>
                <a:xfrm>
                  <a:off x="1672897" y="5581894"/>
                  <a:ext cx="38407" cy="57611"/>
                </a:xfrm>
                <a:custGeom>
                  <a:avLst/>
                  <a:gdLst>
                    <a:gd name="connsiteX0" fmla="*/ 19204 w 38407"/>
                    <a:gd name="connsiteY0" fmla="*/ 57612 h 57611"/>
                    <a:gd name="connsiteX1" fmla="*/ 1 w 38407"/>
                    <a:gd name="connsiteY1" fmla="*/ 1 h 57611"/>
                    <a:gd name="connsiteX2" fmla="*/ 38408 w 38407"/>
                    <a:gd name="connsiteY2" fmla="*/ 1 h 576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8407" h="57611">
                      <a:moveTo>
                        <a:pt x="19204" y="57612"/>
                      </a:moveTo>
                      <a:lnTo>
                        <a:pt x="1" y="1"/>
                      </a:lnTo>
                      <a:lnTo>
                        <a:pt x="38408" y="1"/>
                      </a:lnTo>
                      <a:close/>
                    </a:path>
                  </a:pathLst>
                </a:custGeom>
                <a:solidFill>
                  <a:srgbClr val="FF8000"/>
                </a:solidFill>
                <a:ln w="9598" cap="flat">
                  <a:solidFill>
                    <a:srgbClr val="FF8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570" name="Graphic 7">
                <a:extLst>
                  <a:ext uri="{FF2B5EF4-FFF2-40B4-BE49-F238E27FC236}">
                    <a16:creationId xmlns:a16="http://schemas.microsoft.com/office/drawing/2014/main" id="{7C12191E-F4BF-F216-B059-4CC6825DA6B2}"/>
                  </a:ext>
                </a:extLst>
              </p:cNvPr>
              <p:cNvGrpSpPr/>
              <p:nvPr/>
            </p:nvGrpSpPr>
            <p:grpSpPr>
              <a:xfrm>
                <a:off x="2994224" y="5703071"/>
                <a:ext cx="339717" cy="38407"/>
                <a:chOff x="2994224" y="5703071"/>
                <a:chExt cx="339717" cy="38407"/>
              </a:xfrm>
            </p:grpSpPr>
            <p:sp>
              <p:nvSpPr>
                <p:cNvPr id="686" name="Freeform: Shape 685">
                  <a:extLst>
                    <a:ext uri="{FF2B5EF4-FFF2-40B4-BE49-F238E27FC236}">
                      <a16:creationId xmlns:a16="http://schemas.microsoft.com/office/drawing/2014/main" id="{8270879B-8797-5B21-E70F-249C248E90AA}"/>
                    </a:ext>
                  </a:extLst>
                </p:cNvPr>
                <p:cNvSpPr/>
                <p:nvPr/>
              </p:nvSpPr>
              <p:spPr>
                <a:xfrm>
                  <a:off x="2994224" y="5722275"/>
                  <a:ext cx="282105" cy="9601"/>
                </a:xfrm>
                <a:custGeom>
                  <a:avLst/>
                  <a:gdLst>
                    <a:gd name="connsiteX0" fmla="*/ 1 w 282105"/>
                    <a:gd name="connsiteY0" fmla="*/ 1 h 9601"/>
                    <a:gd name="connsiteX1" fmla="*/ 282106 w 282105"/>
                    <a:gd name="connsiteY1" fmla="*/ 1 h 96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82105" h="9601">
                      <a:moveTo>
                        <a:pt x="1" y="1"/>
                      </a:moveTo>
                      <a:lnTo>
                        <a:pt x="282106" y="1"/>
                      </a:lnTo>
                    </a:path>
                  </a:pathLst>
                </a:custGeom>
                <a:noFill/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87" name="Freeform: Shape 686">
                  <a:extLst>
                    <a:ext uri="{FF2B5EF4-FFF2-40B4-BE49-F238E27FC236}">
                      <a16:creationId xmlns:a16="http://schemas.microsoft.com/office/drawing/2014/main" id="{604B4210-8DB3-7E88-7FD6-5368F83824B3}"/>
                    </a:ext>
                  </a:extLst>
                </p:cNvPr>
                <p:cNvSpPr/>
                <p:nvPr/>
              </p:nvSpPr>
              <p:spPr>
                <a:xfrm>
                  <a:off x="3276330" y="5703071"/>
                  <a:ext cx="57611" cy="38407"/>
                </a:xfrm>
                <a:custGeom>
                  <a:avLst/>
                  <a:gdLst>
                    <a:gd name="connsiteX0" fmla="*/ 57612 w 57611"/>
                    <a:gd name="connsiteY0" fmla="*/ 19204 h 38407"/>
                    <a:gd name="connsiteX1" fmla="*/ 1 w 57611"/>
                    <a:gd name="connsiteY1" fmla="*/ 38408 h 38407"/>
                    <a:gd name="connsiteX2" fmla="*/ 1 w 57611"/>
                    <a:gd name="connsiteY2" fmla="*/ 1 h 384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7611" h="38407">
                      <a:moveTo>
                        <a:pt x="57612" y="19204"/>
                      </a:moveTo>
                      <a:lnTo>
                        <a:pt x="1" y="38408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571" name="Graphic 7">
                <a:extLst>
                  <a:ext uri="{FF2B5EF4-FFF2-40B4-BE49-F238E27FC236}">
                    <a16:creationId xmlns:a16="http://schemas.microsoft.com/office/drawing/2014/main" id="{B92E9A34-6C0A-E048-0C9E-A8A3439A0491}"/>
                  </a:ext>
                </a:extLst>
              </p:cNvPr>
              <p:cNvGrpSpPr/>
              <p:nvPr/>
            </p:nvGrpSpPr>
            <p:grpSpPr>
              <a:xfrm>
                <a:off x="2403703" y="5439017"/>
                <a:ext cx="435737" cy="422486"/>
                <a:chOff x="2403703" y="5439017"/>
                <a:chExt cx="435737" cy="422486"/>
              </a:xfrm>
            </p:grpSpPr>
            <p:grpSp>
              <p:nvGrpSpPr>
                <p:cNvPr id="682" name="Graphic 7">
                  <a:extLst>
                    <a:ext uri="{FF2B5EF4-FFF2-40B4-BE49-F238E27FC236}">
                      <a16:creationId xmlns:a16="http://schemas.microsoft.com/office/drawing/2014/main" id="{618DFF4B-525C-5129-C2CA-782CB46EA853}"/>
                    </a:ext>
                  </a:extLst>
                </p:cNvPr>
                <p:cNvGrpSpPr/>
                <p:nvPr/>
              </p:nvGrpSpPr>
              <p:grpSpPr>
                <a:xfrm>
                  <a:off x="2403703" y="5703071"/>
                  <a:ext cx="435737" cy="38407"/>
                  <a:chOff x="2403703" y="5703071"/>
                  <a:chExt cx="435737" cy="38407"/>
                </a:xfrm>
              </p:grpSpPr>
              <p:sp>
                <p:nvSpPr>
                  <p:cNvPr id="684" name="Freeform: Shape 683">
                    <a:extLst>
                      <a:ext uri="{FF2B5EF4-FFF2-40B4-BE49-F238E27FC236}">
                        <a16:creationId xmlns:a16="http://schemas.microsoft.com/office/drawing/2014/main" id="{ED9EB583-32A4-428D-C2F9-F7B0931045C0}"/>
                      </a:ext>
                    </a:extLst>
                  </p:cNvPr>
                  <p:cNvSpPr/>
                  <p:nvPr/>
                </p:nvSpPr>
                <p:spPr>
                  <a:xfrm>
                    <a:off x="2403703" y="5722275"/>
                    <a:ext cx="378125" cy="9601"/>
                  </a:xfrm>
                  <a:custGeom>
                    <a:avLst/>
                    <a:gdLst>
                      <a:gd name="connsiteX0" fmla="*/ 1 w 378125"/>
                      <a:gd name="connsiteY0" fmla="*/ 1 h 9601"/>
                      <a:gd name="connsiteX1" fmla="*/ 378126 w 378125"/>
                      <a:gd name="connsiteY1" fmla="*/ 1 h 96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378125" h="9601">
                        <a:moveTo>
                          <a:pt x="1" y="1"/>
                        </a:moveTo>
                        <a:lnTo>
                          <a:pt x="378126" y="1"/>
                        </a:lnTo>
                      </a:path>
                    </a:pathLst>
                  </a:custGeom>
                  <a:noFill/>
                  <a:ln w="9598" cap="flat">
                    <a:solidFill>
                      <a:srgbClr val="0000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685" name="Freeform: Shape 684">
                    <a:extLst>
                      <a:ext uri="{FF2B5EF4-FFF2-40B4-BE49-F238E27FC236}">
                        <a16:creationId xmlns:a16="http://schemas.microsoft.com/office/drawing/2014/main" id="{2FE6153F-9497-71C7-B937-76E2290A6339}"/>
                      </a:ext>
                    </a:extLst>
                  </p:cNvPr>
                  <p:cNvSpPr/>
                  <p:nvPr/>
                </p:nvSpPr>
                <p:spPr>
                  <a:xfrm>
                    <a:off x="2781828" y="5703071"/>
                    <a:ext cx="57611" cy="38407"/>
                  </a:xfrm>
                  <a:custGeom>
                    <a:avLst/>
                    <a:gdLst>
                      <a:gd name="connsiteX0" fmla="*/ 57612 w 57611"/>
                      <a:gd name="connsiteY0" fmla="*/ 19204 h 38407"/>
                      <a:gd name="connsiteX1" fmla="*/ 1 w 57611"/>
                      <a:gd name="connsiteY1" fmla="*/ 38408 h 38407"/>
                      <a:gd name="connsiteX2" fmla="*/ 1 w 57611"/>
                      <a:gd name="connsiteY2" fmla="*/ 1 h 3840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57611" h="38407">
                        <a:moveTo>
                          <a:pt x="57612" y="19204"/>
                        </a:moveTo>
                        <a:lnTo>
                          <a:pt x="1" y="38408"/>
                        </a:lnTo>
                        <a:lnTo>
                          <a:pt x="1" y="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9598" cap="flat">
                    <a:solidFill>
                      <a:srgbClr val="0000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pic>
              <p:nvPicPr>
                <p:cNvPr id="683" name="Picture 682">
                  <a:extLst>
                    <a:ext uri="{FF2B5EF4-FFF2-40B4-BE49-F238E27FC236}">
                      <a16:creationId xmlns:a16="http://schemas.microsoft.com/office/drawing/2014/main" id="{17245D0B-CCDB-ABBD-4778-DE8A7180558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470917" y="5439017"/>
                  <a:ext cx="220845" cy="422486"/>
                </a:xfrm>
                <a:custGeom>
                  <a:avLst/>
                  <a:gdLst>
                    <a:gd name="connsiteX0" fmla="*/ 0 w 220845"/>
                    <a:gd name="connsiteY0" fmla="*/ 0 h 422486"/>
                    <a:gd name="connsiteX1" fmla="*/ 220845 w 220845"/>
                    <a:gd name="connsiteY1" fmla="*/ 0 h 422486"/>
                    <a:gd name="connsiteX2" fmla="*/ 220845 w 220845"/>
                    <a:gd name="connsiteY2" fmla="*/ 422486 h 422486"/>
                    <a:gd name="connsiteX3" fmla="*/ 0 w 220845"/>
                    <a:gd name="connsiteY3" fmla="*/ 422486 h 4224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20845" h="422486">
                      <a:moveTo>
                        <a:pt x="0" y="0"/>
                      </a:moveTo>
                      <a:lnTo>
                        <a:pt x="220845" y="0"/>
                      </a:lnTo>
                      <a:lnTo>
                        <a:pt x="220845" y="422486"/>
                      </a:lnTo>
                      <a:lnTo>
                        <a:pt x="0" y="422486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572" name="Graphic 7">
                <a:extLst>
                  <a:ext uri="{FF2B5EF4-FFF2-40B4-BE49-F238E27FC236}">
                    <a16:creationId xmlns:a16="http://schemas.microsoft.com/office/drawing/2014/main" id="{B53074E4-E602-EC16-E655-E2E76EB7A7E7}"/>
                  </a:ext>
                </a:extLst>
              </p:cNvPr>
              <p:cNvGrpSpPr/>
              <p:nvPr/>
            </p:nvGrpSpPr>
            <p:grpSpPr>
              <a:xfrm>
                <a:off x="3344696" y="5621454"/>
                <a:ext cx="192039" cy="230447"/>
                <a:chOff x="3344696" y="5621454"/>
                <a:chExt cx="192039" cy="230447"/>
              </a:xfrm>
              <a:solidFill>
                <a:srgbClr val="FFFFFF"/>
              </a:solidFill>
            </p:grpSpPr>
            <p:sp>
              <p:nvSpPr>
                <p:cNvPr id="680" name="Freeform: Shape 679">
                  <a:extLst>
                    <a:ext uri="{FF2B5EF4-FFF2-40B4-BE49-F238E27FC236}">
                      <a16:creationId xmlns:a16="http://schemas.microsoft.com/office/drawing/2014/main" id="{3224D458-E239-849C-9F52-B65591BA2429}"/>
                    </a:ext>
                  </a:extLst>
                </p:cNvPr>
                <p:cNvSpPr/>
                <p:nvPr/>
              </p:nvSpPr>
              <p:spPr>
                <a:xfrm>
                  <a:off x="3344696" y="5626255"/>
                  <a:ext cx="192039" cy="192039"/>
                </a:xfrm>
                <a:custGeom>
                  <a:avLst/>
                  <a:gdLst>
                    <a:gd name="connsiteX0" fmla="*/ 1 w 192039"/>
                    <a:gd name="connsiteY0" fmla="*/ 1 h 192039"/>
                    <a:gd name="connsiteX1" fmla="*/ 192040 w 192039"/>
                    <a:gd name="connsiteY1" fmla="*/ 1 h 192039"/>
                    <a:gd name="connsiteX2" fmla="*/ 192040 w 192039"/>
                    <a:gd name="connsiteY2" fmla="*/ 192040 h 192039"/>
                    <a:gd name="connsiteX3" fmla="*/ 1 w 192039"/>
                    <a:gd name="connsiteY3" fmla="*/ 192040 h 1920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039" h="192039">
                      <a:moveTo>
                        <a:pt x="1" y="1"/>
                      </a:moveTo>
                      <a:lnTo>
                        <a:pt x="192040" y="1"/>
                      </a:lnTo>
                      <a:lnTo>
                        <a:pt x="192040" y="192040"/>
                      </a:lnTo>
                      <a:lnTo>
                        <a:pt x="1" y="19204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pic>
              <p:nvPicPr>
                <p:cNvPr id="681" name="Picture 680">
                  <a:extLst>
                    <a:ext uri="{FF2B5EF4-FFF2-40B4-BE49-F238E27FC236}">
                      <a16:creationId xmlns:a16="http://schemas.microsoft.com/office/drawing/2014/main" id="{69BA2077-6FB0-B3DE-3C4C-645658174E7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349496" y="5621454"/>
                  <a:ext cx="172835" cy="230447"/>
                </a:xfrm>
                <a:custGeom>
                  <a:avLst/>
                  <a:gdLst>
                    <a:gd name="connsiteX0" fmla="*/ 0 w 172835"/>
                    <a:gd name="connsiteY0" fmla="*/ 0 h 230447"/>
                    <a:gd name="connsiteX1" fmla="*/ 172835 w 172835"/>
                    <a:gd name="connsiteY1" fmla="*/ 0 h 230447"/>
                    <a:gd name="connsiteX2" fmla="*/ 172835 w 172835"/>
                    <a:gd name="connsiteY2" fmla="*/ 230447 h 230447"/>
                    <a:gd name="connsiteX3" fmla="*/ 0 w 172835"/>
                    <a:gd name="connsiteY3" fmla="*/ 230447 h 2304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2835" h="230447">
                      <a:moveTo>
                        <a:pt x="0" y="0"/>
                      </a:moveTo>
                      <a:lnTo>
                        <a:pt x="172835" y="0"/>
                      </a:lnTo>
                      <a:lnTo>
                        <a:pt x="172835" y="230447"/>
                      </a:lnTo>
                      <a:lnTo>
                        <a:pt x="0" y="230447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573" name="Graphic 7">
                <a:extLst>
                  <a:ext uri="{FF2B5EF4-FFF2-40B4-BE49-F238E27FC236}">
                    <a16:creationId xmlns:a16="http://schemas.microsoft.com/office/drawing/2014/main" id="{5576D7B5-A5B1-8013-5937-00E23E30B078}"/>
                  </a:ext>
                </a:extLst>
              </p:cNvPr>
              <p:cNvGrpSpPr/>
              <p:nvPr/>
            </p:nvGrpSpPr>
            <p:grpSpPr>
              <a:xfrm>
                <a:off x="2850194" y="5650260"/>
                <a:ext cx="144029" cy="144029"/>
                <a:chOff x="2850194" y="5650260"/>
                <a:chExt cx="144029" cy="144029"/>
              </a:xfrm>
            </p:grpSpPr>
            <p:sp>
              <p:nvSpPr>
                <p:cNvPr id="677" name="Freeform: Shape 676">
                  <a:extLst>
                    <a:ext uri="{FF2B5EF4-FFF2-40B4-BE49-F238E27FC236}">
                      <a16:creationId xmlns:a16="http://schemas.microsoft.com/office/drawing/2014/main" id="{A8B7916B-A0BC-27B3-FC6F-3E4E895AAA9B}"/>
                    </a:ext>
                  </a:extLst>
                </p:cNvPr>
                <p:cNvSpPr/>
                <p:nvPr/>
              </p:nvSpPr>
              <p:spPr>
                <a:xfrm>
                  <a:off x="2850194" y="5650260"/>
                  <a:ext cx="144029" cy="144029"/>
                </a:xfrm>
                <a:custGeom>
                  <a:avLst/>
                  <a:gdLst>
                    <a:gd name="connsiteX0" fmla="*/ 144030 w 144029"/>
                    <a:gd name="connsiteY0" fmla="*/ 72015 h 144029"/>
                    <a:gd name="connsiteX1" fmla="*/ 72015 w 144029"/>
                    <a:gd name="connsiteY1" fmla="*/ 144030 h 144029"/>
                    <a:gd name="connsiteX2" fmla="*/ 1 w 144029"/>
                    <a:gd name="connsiteY2" fmla="*/ 72015 h 144029"/>
                    <a:gd name="connsiteX3" fmla="*/ 72015 w 144029"/>
                    <a:gd name="connsiteY3" fmla="*/ 1 h 144029"/>
                    <a:gd name="connsiteX4" fmla="*/ 144030 w 144029"/>
                    <a:gd name="connsiteY4" fmla="*/ 72015 h 1440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4029" h="144029">
                      <a:moveTo>
                        <a:pt x="144030" y="72015"/>
                      </a:moveTo>
                      <a:cubicBezTo>
                        <a:pt x="144030" y="111788"/>
                        <a:pt x="111788" y="144030"/>
                        <a:pt x="72015" y="144030"/>
                      </a:cubicBezTo>
                      <a:cubicBezTo>
                        <a:pt x="32242" y="144030"/>
                        <a:pt x="1" y="111788"/>
                        <a:pt x="1" y="72015"/>
                      </a:cubicBezTo>
                      <a:cubicBezTo>
                        <a:pt x="1" y="32242"/>
                        <a:pt x="32242" y="1"/>
                        <a:pt x="72015" y="1"/>
                      </a:cubicBezTo>
                      <a:cubicBezTo>
                        <a:pt x="111788" y="1"/>
                        <a:pt x="144030" y="32242"/>
                        <a:pt x="144030" y="7201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78" name="Freeform: Shape 677">
                  <a:extLst>
                    <a:ext uri="{FF2B5EF4-FFF2-40B4-BE49-F238E27FC236}">
                      <a16:creationId xmlns:a16="http://schemas.microsoft.com/office/drawing/2014/main" id="{A5C22DE8-1308-C32A-8540-765345A21339}"/>
                    </a:ext>
                  </a:extLst>
                </p:cNvPr>
                <p:cNvSpPr/>
                <p:nvPr/>
              </p:nvSpPr>
              <p:spPr>
                <a:xfrm>
                  <a:off x="2850194" y="5722275"/>
                  <a:ext cx="144029" cy="9601"/>
                </a:xfrm>
                <a:custGeom>
                  <a:avLst/>
                  <a:gdLst>
                    <a:gd name="connsiteX0" fmla="*/ 1 w 144029"/>
                    <a:gd name="connsiteY0" fmla="*/ 1 h 9601"/>
                    <a:gd name="connsiteX1" fmla="*/ 144030 w 144029"/>
                    <a:gd name="connsiteY1" fmla="*/ 1 h 96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44029" h="9601">
                      <a:moveTo>
                        <a:pt x="1" y="1"/>
                      </a:moveTo>
                      <a:lnTo>
                        <a:pt x="144030" y="1"/>
                      </a:lnTo>
                    </a:path>
                  </a:pathLst>
                </a:custGeom>
                <a:noFill/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79" name="Freeform: Shape 678">
                  <a:extLst>
                    <a:ext uri="{FF2B5EF4-FFF2-40B4-BE49-F238E27FC236}">
                      <a16:creationId xmlns:a16="http://schemas.microsoft.com/office/drawing/2014/main" id="{2B3D9654-30BB-8133-043A-D9C84FE4D61E}"/>
                    </a:ext>
                  </a:extLst>
                </p:cNvPr>
                <p:cNvSpPr/>
                <p:nvPr/>
              </p:nvSpPr>
              <p:spPr>
                <a:xfrm>
                  <a:off x="2922209" y="5650260"/>
                  <a:ext cx="9601" cy="144029"/>
                </a:xfrm>
                <a:custGeom>
                  <a:avLst/>
                  <a:gdLst>
                    <a:gd name="connsiteX0" fmla="*/ 1 w 9601"/>
                    <a:gd name="connsiteY0" fmla="*/ 1 h 144029"/>
                    <a:gd name="connsiteX1" fmla="*/ 1 w 9601"/>
                    <a:gd name="connsiteY1" fmla="*/ 144030 h 1440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9601" h="144029">
                      <a:moveTo>
                        <a:pt x="1" y="1"/>
                      </a:moveTo>
                      <a:lnTo>
                        <a:pt x="1" y="144030"/>
                      </a:lnTo>
                    </a:path>
                  </a:pathLst>
                </a:custGeom>
                <a:noFill/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574" name="Graphic 7">
                <a:extLst>
                  <a:ext uri="{FF2B5EF4-FFF2-40B4-BE49-F238E27FC236}">
                    <a16:creationId xmlns:a16="http://schemas.microsoft.com/office/drawing/2014/main" id="{419450EC-88A8-FD6E-21B5-38CC148DC6F6}"/>
                  </a:ext>
                </a:extLst>
              </p:cNvPr>
              <p:cNvGrpSpPr/>
              <p:nvPr/>
            </p:nvGrpSpPr>
            <p:grpSpPr>
              <a:xfrm>
                <a:off x="3536735" y="5703071"/>
                <a:ext cx="531756" cy="38407"/>
                <a:chOff x="3536735" y="5703071"/>
                <a:chExt cx="531756" cy="38407"/>
              </a:xfrm>
            </p:grpSpPr>
            <p:sp>
              <p:nvSpPr>
                <p:cNvPr id="675" name="Freeform: Shape 674">
                  <a:extLst>
                    <a:ext uri="{FF2B5EF4-FFF2-40B4-BE49-F238E27FC236}">
                      <a16:creationId xmlns:a16="http://schemas.microsoft.com/office/drawing/2014/main" id="{1C8A2601-FCBD-6411-D2C2-2343926BF059}"/>
                    </a:ext>
                  </a:extLst>
                </p:cNvPr>
                <p:cNvSpPr/>
                <p:nvPr/>
              </p:nvSpPr>
              <p:spPr>
                <a:xfrm>
                  <a:off x="3536735" y="5722275"/>
                  <a:ext cx="474145" cy="9601"/>
                </a:xfrm>
                <a:custGeom>
                  <a:avLst/>
                  <a:gdLst>
                    <a:gd name="connsiteX0" fmla="*/ 1 w 474145"/>
                    <a:gd name="connsiteY0" fmla="*/ 1 h 9601"/>
                    <a:gd name="connsiteX1" fmla="*/ 474146 w 474145"/>
                    <a:gd name="connsiteY1" fmla="*/ 1 h 96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474145" h="9601">
                      <a:moveTo>
                        <a:pt x="1" y="1"/>
                      </a:moveTo>
                      <a:lnTo>
                        <a:pt x="474146" y="1"/>
                      </a:lnTo>
                    </a:path>
                  </a:pathLst>
                </a:custGeom>
                <a:noFill/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76" name="Freeform: Shape 675">
                  <a:extLst>
                    <a:ext uri="{FF2B5EF4-FFF2-40B4-BE49-F238E27FC236}">
                      <a16:creationId xmlns:a16="http://schemas.microsoft.com/office/drawing/2014/main" id="{87CDE8EF-883F-D06D-D7A2-54082667B291}"/>
                    </a:ext>
                  </a:extLst>
                </p:cNvPr>
                <p:cNvSpPr/>
                <p:nvPr/>
              </p:nvSpPr>
              <p:spPr>
                <a:xfrm>
                  <a:off x="4010880" y="5703071"/>
                  <a:ext cx="57611" cy="38407"/>
                </a:xfrm>
                <a:custGeom>
                  <a:avLst/>
                  <a:gdLst>
                    <a:gd name="connsiteX0" fmla="*/ 57612 w 57611"/>
                    <a:gd name="connsiteY0" fmla="*/ 19204 h 38407"/>
                    <a:gd name="connsiteX1" fmla="*/ 1 w 57611"/>
                    <a:gd name="connsiteY1" fmla="*/ 38408 h 38407"/>
                    <a:gd name="connsiteX2" fmla="*/ 1 w 57611"/>
                    <a:gd name="connsiteY2" fmla="*/ 1 h 384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7611" h="38407">
                      <a:moveTo>
                        <a:pt x="57612" y="19204"/>
                      </a:moveTo>
                      <a:lnTo>
                        <a:pt x="1" y="38408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575" name="Graphic 7">
                <a:extLst>
                  <a:ext uri="{FF2B5EF4-FFF2-40B4-BE49-F238E27FC236}">
                    <a16:creationId xmlns:a16="http://schemas.microsoft.com/office/drawing/2014/main" id="{85BB3119-1497-45DC-3301-65343A9F32E9}"/>
                  </a:ext>
                </a:extLst>
              </p:cNvPr>
              <p:cNvGrpSpPr/>
              <p:nvPr/>
            </p:nvGrpSpPr>
            <p:grpSpPr>
              <a:xfrm>
                <a:off x="4079246" y="5650260"/>
                <a:ext cx="144029" cy="144029"/>
                <a:chOff x="4079246" y="5650260"/>
                <a:chExt cx="144029" cy="144029"/>
              </a:xfrm>
            </p:grpSpPr>
            <p:sp>
              <p:nvSpPr>
                <p:cNvPr id="672" name="Freeform: Shape 671">
                  <a:extLst>
                    <a:ext uri="{FF2B5EF4-FFF2-40B4-BE49-F238E27FC236}">
                      <a16:creationId xmlns:a16="http://schemas.microsoft.com/office/drawing/2014/main" id="{565A612C-BF59-4AFB-EE23-0D0DB85F9090}"/>
                    </a:ext>
                  </a:extLst>
                </p:cNvPr>
                <p:cNvSpPr/>
                <p:nvPr/>
              </p:nvSpPr>
              <p:spPr>
                <a:xfrm>
                  <a:off x="4079246" y="5650260"/>
                  <a:ext cx="144029" cy="144029"/>
                </a:xfrm>
                <a:custGeom>
                  <a:avLst/>
                  <a:gdLst>
                    <a:gd name="connsiteX0" fmla="*/ 144030 w 144029"/>
                    <a:gd name="connsiteY0" fmla="*/ 72015 h 144029"/>
                    <a:gd name="connsiteX1" fmla="*/ 72015 w 144029"/>
                    <a:gd name="connsiteY1" fmla="*/ 144030 h 144029"/>
                    <a:gd name="connsiteX2" fmla="*/ 1 w 144029"/>
                    <a:gd name="connsiteY2" fmla="*/ 72015 h 144029"/>
                    <a:gd name="connsiteX3" fmla="*/ 72015 w 144029"/>
                    <a:gd name="connsiteY3" fmla="*/ 1 h 144029"/>
                    <a:gd name="connsiteX4" fmla="*/ 144030 w 144029"/>
                    <a:gd name="connsiteY4" fmla="*/ 72015 h 1440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4029" h="144029">
                      <a:moveTo>
                        <a:pt x="144030" y="72015"/>
                      </a:moveTo>
                      <a:cubicBezTo>
                        <a:pt x="144030" y="111788"/>
                        <a:pt x="111788" y="144030"/>
                        <a:pt x="72015" y="144030"/>
                      </a:cubicBezTo>
                      <a:cubicBezTo>
                        <a:pt x="32242" y="144030"/>
                        <a:pt x="1" y="111788"/>
                        <a:pt x="1" y="72015"/>
                      </a:cubicBezTo>
                      <a:cubicBezTo>
                        <a:pt x="1" y="32242"/>
                        <a:pt x="32242" y="1"/>
                        <a:pt x="72015" y="1"/>
                      </a:cubicBezTo>
                      <a:cubicBezTo>
                        <a:pt x="111788" y="1"/>
                        <a:pt x="144030" y="32242"/>
                        <a:pt x="144030" y="7201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73" name="Freeform: Shape 672">
                  <a:extLst>
                    <a:ext uri="{FF2B5EF4-FFF2-40B4-BE49-F238E27FC236}">
                      <a16:creationId xmlns:a16="http://schemas.microsoft.com/office/drawing/2014/main" id="{5C453221-18B9-EF3D-E041-AEB8258CC51C}"/>
                    </a:ext>
                  </a:extLst>
                </p:cNvPr>
                <p:cNvSpPr/>
                <p:nvPr/>
              </p:nvSpPr>
              <p:spPr>
                <a:xfrm>
                  <a:off x="4079246" y="5722275"/>
                  <a:ext cx="144029" cy="9601"/>
                </a:xfrm>
                <a:custGeom>
                  <a:avLst/>
                  <a:gdLst>
                    <a:gd name="connsiteX0" fmla="*/ 1 w 144029"/>
                    <a:gd name="connsiteY0" fmla="*/ 1 h 9601"/>
                    <a:gd name="connsiteX1" fmla="*/ 144030 w 144029"/>
                    <a:gd name="connsiteY1" fmla="*/ 1 h 96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44029" h="9601">
                      <a:moveTo>
                        <a:pt x="1" y="1"/>
                      </a:moveTo>
                      <a:lnTo>
                        <a:pt x="144030" y="1"/>
                      </a:lnTo>
                    </a:path>
                  </a:pathLst>
                </a:custGeom>
                <a:noFill/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74" name="Freeform: Shape 673">
                  <a:extLst>
                    <a:ext uri="{FF2B5EF4-FFF2-40B4-BE49-F238E27FC236}">
                      <a16:creationId xmlns:a16="http://schemas.microsoft.com/office/drawing/2014/main" id="{F7B6CC70-C4D3-B4EA-5DD0-414502489AC7}"/>
                    </a:ext>
                  </a:extLst>
                </p:cNvPr>
                <p:cNvSpPr/>
                <p:nvPr/>
              </p:nvSpPr>
              <p:spPr>
                <a:xfrm>
                  <a:off x="4151261" y="5650260"/>
                  <a:ext cx="9601" cy="144029"/>
                </a:xfrm>
                <a:custGeom>
                  <a:avLst/>
                  <a:gdLst>
                    <a:gd name="connsiteX0" fmla="*/ 1 w 9601"/>
                    <a:gd name="connsiteY0" fmla="*/ 1 h 144029"/>
                    <a:gd name="connsiteX1" fmla="*/ 1 w 9601"/>
                    <a:gd name="connsiteY1" fmla="*/ 144030 h 1440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9601" h="144029">
                      <a:moveTo>
                        <a:pt x="1" y="1"/>
                      </a:moveTo>
                      <a:lnTo>
                        <a:pt x="1" y="144030"/>
                      </a:lnTo>
                    </a:path>
                  </a:pathLst>
                </a:custGeom>
                <a:noFill/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576" name="Graphic 7">
                <a:extLst>
                  <a:ext uri="{FF2B5EF4-FFF2-40B4-BE49-F238E27FC236}">
                    <a16:creationId xmlns:a16="http://schemas.microsoft.com/office/drawing/2014/main" id="{217F5D39-10B4-B7B8-6F67-9663D0AECB79}"/>
                  </a:ext>
                </a:extLst>
              </p:cNvPr>
              <p:cNvGrpSpPr/>
              <p:nvPr/>
            </p:nvGrpSpPr>
            <p:grpSpPr>
              <a:xfrm>
                <a:off x="4223275" y="5315824"/>
                <a:ext cx="738199" cy="406451"/>
                <a:chOff x="4223275" y="5315824"/>
                <a:chExt cx="738199" cy="406451"/>
              </a:xfrm>
            </p:grpSpPr>
            <p:sp>
              <p:nvSpPr>
                <p:cNvPr id="670" name="Freeform: Shape 669">
                  <a:extLst>
                    <a:ext uri="{FF2B5EF4-FFF2-40B4-BE49-F238E27FC236}">
                      <a16:creationId xmlns:a16="http://schemas.microsoft.com/office/drawing/2014/main" id="{E7D920DF-59F9-87FF-84AF-5689FC40BD47}"/>
                    </a:ext>
                  </a:extLst>
                </p:cNvPr>
                <p:cNvSpPr/>
                <p:nvPr/>
              </p:nvSpPr>
              <p:spPr>
                <a:xfrm>
                  <a:off x="4223275" y="5335028"/>
                  <a:ext cx="680587" cy="387247"/>
                </a:xfrm>
                <a:custGeom>
                  <a:avLst/>
                  <a:gdLst>
                    <a:gd name="connsiteX0" fmla="*/ 1 w 680587"/>
                    <a:gd name="connsiteY0" fmla="*/ 383215 h 387247"/>
                    <a:gd name="connsiteX1" fmla="*/ 547313 w 680587"/>
                    <a:gd name="connsiteY1" fmla="*/ 387248 h 387247"/>
                    <a:gd name="connsiteX2" fmla="*/ 547313 w 680587"/>
                    <a:gd name="connsiteY2" fmla="*/ 3169 h 387247"/>
                    <a:gd name="connsiteX3" fmla="*/ 680588 w 680587"/>
                    <a:gd name="connsiteY3" fmla="*/ 1 h 3872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80587" h="387247">
                      <a:moveTo>
                        <a:pt x="1" y="383215"/>
                      </a:moveTo>
                      <a:lnTo>
                        <a:pt x="547313" y="387248"/>
                      </a:lnTo>
                      <a:lnTo>
                        <a:pt x="547313" y="3169"/>
                      </a:lnTo>
                      <a:lnTo>
                        <a:pt x="680588" y="1"/>
                      </a:lnTo>
                    </a:path>
                  </a:pathLst>
                </a:custGeom>
                <a:noFill/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71" name="Freeform: Shape 670">
                  <a:extLst>
                    <a:ext uri="{FF2B5EF4-FFF2-40B4-BE49-F238E27FC236}">
                      <a16:creationId xmlns:a16="http://schemas.microsoft.com/office/drawing/2014/main" id="{3B0B6138-A3BD-0FB4-DB43-544339F6A601}"/>
                    </a:ext>
                  </a:extLst>
                </p:cNvPr>
                <p:cNvSpPr/>
                <p:nvPr/>
              </p:nvSpPr>
              <p:spPr>
                <a:xfrm>
                  <a:off x="4903478" y="5315824"/>
                  <a:ext cx="57995" cy="38407"/>
                </a:xfrm>
                <a:custGeom>
                  <a:avLst/>
                  <a:gdLst>
                    <a:gd name="connsiteX0" fmla="*/ 57996 w 57995"/>
                    <a:gd name="connsiteY0" fmla="*/ 17860 h 38407"/>
                    <a:gd name="connsiteX1" fmla="*/ 865 w 57995"/>
                    <a:gd name="connsiteY1" fmla="*/ 38408 h 38407"/>
                    <a:gd name="connsiteX2" fmla="*/ 1 w 57995"/>
                    <a:gd name="connsiteY2" fmla="*/ 1 h 384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7995" h="38407">
                      <a:moveTo>
                        <a:pt x="57996" y="17860"/>
                      </a:moveTo>
                      <a:lnTo>
                        <a:pt x="865" y="38408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577" name="Graphic 7">
                <a:extLst>
                  <a:ext uri="{FF2B5EF4-FFF2-40B4-BE49-F238E27FC236}">
                    <a16:creationId xmlns:a16="http://schemas.microsoft.com/office/drawing/2014/main" id="{EA2A9E86-D1F9-6B99-B1D1-B00DA4FD5ADD}"/>
                  </a:ext>
                </a:extLst>
              </p:cNvPr>
              <p:cNvGrpSpPr/>
              <p:nvPr/>
            </p:nvGrpSpPr>
            <p:grpSpPr>
              <a:xfrm>
                <a:off x="4223275" y="4469218"/>
                <a:ext cx="738199" cy="737718"/>
                <a:chOff x="4223275" y="4469218"/>
                <a:chExt cx="738199" cy="737718"/>
              </a:xfrm>
            </p:grpSpPr>
            <p:grpSp>
              <p:nvGrpSpPr>
                <p:cNvPr id="666" name="Graphic 7">
                  <a:extLst>
                    <a:ext uri="{FF2B5EF4-FFF2-40B4-BE49-F238E27FC236}">
                      <a16:creationId xmlns:a16="http://schemas.microsoft.com/office/drawing/2014/main" id="{FC142482-C459-BFBF-C6AB-24EF5A310741}"/>
                    </a:ext>
                  </a:extLst>
                </p:cNvPr>
                <p:cNvGrpSpPr/>
                <p:nvPr/>
              </p:nvGrpSpPr>
              <p:grpSpPr>
                <a:xfrm>
                  <a:off x="4223275" y="4758045"/>
                  <a:ext cx="738199" cy="448891"/>
                  <a:chOff x="4223275" y="4758045"/>
                  <a:chExt cx="738199" cy="448891"/>
                </a:xfrm>
              </p:grpSpPr>
              <p:sp>
                <p:nvSpPr>
                  <p:cNvPr id="668" name="Freeform: Shape 667">
                    <a:extLst>
                      <a:ext uri="{FF2B5EF4-FFF2-40B4-BE49-F238E27FC236}">
                        <a16:creationId xmlns:a16="http://schemas.microsoft.com/office/drawing/2014/main" id="{B4D040DA-FFA4-DC08-D46B-30843A89CE30}"/>
                      </a:ext>
                    </a:extLst>
                  </p:cNvPr>
                  <p:cNvSpPr/>
                  <p:nvPr/>
                </p:nvSpPr>
                <p:spPr>
                  <a:xfrm>
                    <a:off x="4223275" y="4758045"/>
                    <a:ext cx="680587" cy="429687"/>
                  </a:xfrm>
                  <a:custGeom>
                    <a:avLst/>
                    <a:gdLst>
                      <a:gd name="connsiteX0" fmla="*/ 1 w 680587"/>
                      <a:gd name="connsiteY0" fmla="*/ 1 h 429687"/>
                      <a:gd name="connsiteX1" fmla="*/ 547313 w 680587"/>
                      <a:gd name="connsiteY1" fmla="*/ 4033 h 429687"/>
                      <a:gd name="connsiteX2" fmla="*/ 547313 w 680587"/>
                      <a:gd name="connsiteY2" fmla="*/ 426520 h 429687"/>
                      <a:gd name="connsiteX3" fmla="*/ 680588 w 680587"/>
                      <a:gd name="connsiteY3" fmla="*/ 429688 h 42968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0587" h="429687">
                        <a:moveTo>
                          <a:pt x="1" y="1"/>
                        </a:moveTo>
                        <a:lnTo>
                          <a:pt x="547313" y="4033"/>
                        </a:lnTo>
                        <a:lnTo>
                          <a:pt x="547313" y="426520"/>
                        </a:lnTo>
                        <a:lnTo>
                          <a:pt x="680588" y="429688"/>
                        </a:lnTo>
                      </a:path>
                    </a:pathLst>
                  </a:custGeom>
                  <a:noFill/>
                  <a:ln w="9598" cap="flat">
                    <a:solidFill>
                      <a:srgbClr val="0000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669" name="Freeform: Shape 668">
                    <a:extLst>
                      <a:ext uri="{FF2B5EF4-FFF2-40B4-BE49-F238E27FC236}">
                        <a16:creationId xmlns:a16="http://schemas.microsoft.com/office/drawing/2014/main" id="{544FFF22-A960-4FD6-BD01-7AEAEFE420D8}"/>
                      </a:ext>
                    </a:extLst>
                  </p:cNvPr>
                  <p:cNvSpPr/>
                  <p:nvPr/>
                </p:nvSpPr>
                <p:spPr>
                  <a:xfrm>
                    <a:off x="4903478" y="5168529"/>
                    <a:ext cx="57995" cy="38407"/>
                  </a:xfrm>
                  <a:custGeom>
                    <a:avLst/>
                    <a:gdLst>
                      <a:gd name="connsiteX0" fmla="*/ 57996 w 57995"/>
                      <a:gd name="connsiteY0" fmla="*/ 20549 h 38407"/>
                      <a:gd name="connsiteX1" fmla="*/ 1 w 57995"/>
                      <a:gd name="connsiteY1" fmla="*/ 38408 h 38407"/>
                      <a:gd name="connsiteX2" fmla="*/ 865 w 57995"/>
                      <a:gd name="connsiteY2" fmla="*/ 1 h 3840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57995" h="38407">
                        <a:moveTo>
                          <a:pt x="57996" y="20549"/>
                        </a:moveTo>
                        <a:lnTo>
                          <a:pt x="1" y="38408"/>
                        </a:lnTo>
                        <a:lnTo>
                          <a:pt x="865" y="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9598" cap="flat">
                    <a:solidFill>
                      <a:srgbClr val="0000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pic>
              <p:nvPicPr>
                <p:cNvPr id="667" name="Picture 666">
                  <a:extLst>
                    <a:ext uri="{FF2B5EF4-FFF2-40B4-BE49-F238E27FC236}">
                      <a16:creationId xmlns:a16="http://schemas.microsoft.com/office/drawing/2014/main" id="{147AAEFB-AC88-2E07-13DD-5C217A96D1D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376907" y="4469218"/>
                  <a:ext cx="249651" cy="422486"/>
                </a:xfrm>
                <a:custGeom>
                  <a:avLst/>
                  <a:gdLst>
                    <a:gd name="connsiteX0" fmla="*/ 0 w 249651"/>
                    <a:gd name="connsiteY0" fmla="*/ 0 h 422486"/>
                    <a:gd name="connsiteX1" fmla="*/ 249651 w 249651"/>
                    <a:gd name="connsiteY1" fmla="*/ 0 h 422486"/>
                    <a:gd name="connsiteX2" fmla="*/ 249651 w 249651"/>
                    <a:gd name="connsiteY2" fmla="*/ 422486 h 422486"/>
                    <a:gd name="connsiteX3" fmla="*/ 0 w 249651"/>
                    <a:gd name="connsiteY3" fmla="*/ 422486 h 4224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49651" h="422486">
                      <a:moveTo>
                        <a:pt x="0" y="0"/>
                      </a:moveTo>
                      <a:lnTo>
                        <a:pt x="249651" y="0"/>
                      </a:lnTo>
                      <a:lnTo>
                        <a:pt x="249651" y="422486"/>
                      </a:lnTo>
                      <a:lnTo>
                        <a:pt x="0" y="422486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578" name="Graphic 7">
                <a:extLst>
                  <a:ext uri="{FF2B5EF4-FFF2-40B4-BE49-F238E27FC236}">
                    <a16:creationId xmlns:a16="http://schemas.microsoft.com/office/drawing/2014/main" id="{8F5A6382-A3C2-4D68-CAA3-DCD219EBC3C9}"/>
                  </a:ext>
                </a:extLst>
              </p:cNvPr>
              <p:cNvGrpSpPr/>
              <p:nvPr/>
            </p:nvGrpSpPr>
            <p:grpSpPr>
              <a:xfrm>
                <a:off x="2145602" y="4742874"/>
                <a:ext cx="162081" cy="38407"/>
                <a:chOff x="2145602" y="4742874"/>
                <a:chExt cx="162081" cy="38407"/>
              </a:xfrm>
            </p:grpSpPr>
            <p:sp>
              <p:nvSpPr>
                <p:cNvPr id="664" name="Freeform: Shape 663">
                  <a:extLst>
                    <a:ext uri="{FF2B5EF4-FFF2-40B4-BE49-F238E27FC236}">
                      <a16:creationId xmlns:a16="http://schemas.microsoft.com/office/drawing/2014/main" id="{350C495A-3B6D-4CA0-B9B8-F9C093D9F0AD}"/>
                    </a:ext>
                  </a:extLst>
                </p:cNvPr>
                <p:cNvSpPr/>
                <p:nvPr/>
              </p:nvSpPr>
              <p:spPr>
                <a:xfrm>
                  <a:off x="2203214" y="4762078"/>
                  <a:ext cx="104469" cy="9601"/>
                </a:xfrm>
                <a:custGeom>
                  <a:avLst/>
                  <a:gdLst>
                    <a:gd name="connsiteX0" fmla="*/ 104470 w 104469"/>
                    <a:gd name="connsiteY0" fmla="*/ 1 h 9601"/>
                    <a:gd name="connsiteX1" fmla="*/ 1 w 104469"/>
                    <a:gd name="connsiteY1" fmla="*/ 1 h 96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4469" h="9601">
                      <a:moveTo>
                        <a:pt x="104470" y="1"/>
                      </a:moveTo>
                      <a:lnTo>
                        <a:pt x="1" y="1"/>
                      </a:lnTo>
                    </a:path>
                  </a:pathLst>
                </a:custGeom>
                <a:noFill/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65" name="Freeform: Shape 664">
                  <a:extLst>
                    <a:ext uri="{FF2B5EF4-FFF2-40B4-BE49-F238E27FC236}">
                      <a16:creationId xmlns:a16="http://schemas.microsoft.com/office/drawing/2014/main" id="{913E5361-F15B-0EFA-953C-4299921DCB96}"/>
                    </a:ext>
                  </a:extLst>
                </p:cNvPr>
                <p:cNvSpPr/>
                <p:nvPr/>
              </p:nvSpPr>
              <p:spPr>
                <a:xfrm>
                  <a:off x="2145602" y="4742874"/>
                  <a:ext cx="57611" cy="38407"/>
                </a:xfrm>
                <a:custGeom>
                  <a:avLst/>
                  <a:gdLst>
                    <a:gd name="connsiteX0" fmla="*/ 1 w 57611"/>
                    <a:gd name="connsiteY0" fmla="*/ 19204 h 38407"/>
                    <a:gd name="connsiteX1" fmla="*/ 57612 w 57611"/>
                    <a:gd name="connsiteY1" fmla="*/ 1 h 38407"/>
                    <a:gd name="connsiteX2" fmla="*/ 57612 w 57611"/>
                    <a:gd name="connsiteY2" fmla="*/ 38408 h 384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7611" h="38407">
                      <a:moveTo>
                        <a:pt x="1" y="19204"/>
                      </a:moveTo>
                      <a:lnTo>
                        <a:pt x="57612" y="1"/>
                      </a:lnTo>
                      <a:lnTo>
                        <a:pt x="57612" y="3840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579" name="Graphic 7">
                <a:extLst>
                  <a:ext uri="{FF2B5EF4-FFF2-40B4-BE49-F238E27FC236}">
                    <a16:creationId xmlns:a16="http://schemas.microsoft.com/office/drawing/2014/main" id="{3678C4CE-C689-8272-914A-CCCFE1CEAB9E}"/>
                  </a:ext>
                </a:extLst>
              </p:cNvPr>
              <p:cNvGrpSpPr/>
              <p:nvPr/>
            </p:nvGrpSpPr>
            <p:grpSpPr>
              <a:xfrm>
                <a:off x="2134848" y="4661258"/>
                <a:ext cx="268855" cy="230447"/>
                <a:chOff x="2134848" y="4661258"/>
                <a:chExt cx="268855" cy="230447"/>
              </a:xfrm>
              <a:solidFill>
                <a:srgbClr val="FFFFFF"/>
              </a:solidFill>
            </p:grpSpPr>
            <p:sp>
              <p:nvSpPr>
                <p:cNvPr id="662" name="Freeform: Shape 661">
                  <a:extLst>
                    <a:ext uri="{FF2B5EF4-FFF2-40B4-BE49-F238E27FC236}">
                      <a16:creationId xmlns:a16="http://schemas.microsoft.com/office/drawing/2014/main" id="{2DCEED87-5314-13EF-26B2-14B708C69CCF}"/>
                    </a:ext>
                  </a:extLst>
                </p:cNvPr>
                <p:cNvSpPr/>
                <p:nvPr/>
              </p:nvSpPr>
              <p:spPr>
                <a:xfrm>
                  <a:off x="2134848" y="4666059"/>
                  <a:ext cx="268855" cy="192039"/>
                </a:xfrm>
                <a:custGeom>
                  <a:avLst/>
                  <a:gdLst>
                    <a:gd name="connsiteX0" fmla="*/ 1 w 268855"/>
                    <a:gd name="connsiteY0" fmla="*/ 1 h 192039"/>
                    <a:gd name="connsiteX1" fmla="*/ 268856 w 268855"/>
                    <a:gd name="connsiteY1" fmla="*/ 1 h 192039"/>
                    <a:gd name="connsiteX2" fmla="*/ 268856 w 268855"/>
                    <a:gd name="connsiteY2" fmla="*/ 192040 h 192039"/>
                    <a:gd name="connsiteX3" fmla="*/ 1 w 268855"/>
                    <a:gd name="connsiteY3" fmla="*/ 192040 h 1920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68855" h="192039">
                      <a:moveTo>
                        <a:pt x="1" y="1"/>
                      </a:moveTo>
                      <a:lnTo>
                        <a:pt x="268856" y="1"/>
                      </a:lnTo>
                      <a:lnTo>
                        <a:pt x="268856" y="192040"/>
                      </a:lnTo>
                      <a:lnTo>
                        <a:pt x="1" y="19204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pic>
              <p:nvPicPr>
                <p:cNvPr id="663" name="Picture 662">
                  <a:extLst>
                    <a:ext uri="{FF2B5EF4-FFF2-40B4-BE49-F238E27FC236}">
                      <a16:creationId xmlns:a16="http://schemas.microsoft.com/office/drawing/2014/main" id="{B64FAFFC-458B-9478-BBBD-1DD2684140D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139649" y="4661258"/>
                  <a:ext cx="249651" cy="230447"/>
                </a:xfrm>
                <a:custGeom>
                  <a:avLst/>
                  <a:gdLst>
                    <a:gd name="connsiteX0" fmla="*/ 0 w 249651"/>
                    <a:gd name="connsiteY0" fmla="*/ 0 h 230447"/>
                    <a:gd name="connsiteX1" fmla="*/ 249651 w 249651"/>
                    <a:gd name="connsiteY1" fmla="*/ 0 h 230447"/>
                    <a:gd name="connsiteX2" fmla="*/ 249651 w 249651"/>
                    <a:gd name="connsiteY2" fmla="*/ 230447 h 230447"/>
                    <a:gd name="connsiteX3" fmla="*/ 0 w 249651"/>
                    <a:gd name="connsiteY3" fmla="*/ 230447 h 2304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49651" h="230447">
                      <a:moveTo>
                        <a:pt x="0" y="0"/>
                      </a:moveTo>
                      <a:lnTo>
                        <a:pt x="249651" y="0"/>
                      </a:lnTo>
                      <a:lnTo>
                        <a:pt x="249651" y="230447"/>
                      </a:lnTo>
                      <a:lnTo>
                        <a:pt x="0" y="230447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580" name="Graphic 7">
                <a:extLst>
                  <a:ext uri="{FF2B5EF4-FFF2-40B4-BE49-F238E27FC236}">
                    <a16:creationId xmlns:a16="http://schemas.microsoft.com/office/drawing/2014/main" id="{4ABB46BD-2324-52DE-DE3D-F5B2E7290D6B}"/>
                  </a:ext>
                </a:extLst>
              </p:cNvPr>
              <p:cNvGrpSpPr/>
              <p:nvPr/>
            </p:nvGrpSpPr>
            <p:grpSpPr>
              <a:xfrm>
                <a:off x="2145602" y="5703071"/>
                <a:ext cx="162081" cy="38407"/>
                <a:chOff x="2145602" y="5703071"/>
                <a:chExt cx="162081" cy="38407"/>
              </a:xfrm>
            </p:grpSpPr>
            <p:sp>
              <p:nvSpPr>
                <p:cNvPr id="660" name="Freeform: Shape 659">
                  <a:extLst>
                    <a:ext uri="{FF2B5EF4-FFF2-40B4-BE49-F238E27FC236}">
                      <a16:creationId xmlns:a16="http://schemas.microsoft.com/office/drawing/2014/main" id="{BB13684D-381D-A621-7C18-2B826DC94673}"/>
                    </a:ext>
                  </a:extLst>
                </p:cNvPr>
                <p:cNvSpPr/>
                <p:nvPr/>
              </p:nvSpPr>
              <p:spPr>
                <a:xfrm>
                  <a:off x="2203214" y="5722275"/>
                  <a:ext cx="104469" cy="9601"/>
                </a:xfrm>
                <a:custGeom>
                  <a:avLst/>
                  <a:gdLst>
                    <a:gd name="connsiteX0" fmla="*/ 104470 w 104469"/>
                    <a:gd name="connsiteY0" fmla="*/ 1 h 9601"/>
                    <a:gd name="connsiteX1" fmla="*/ 1 w 104469"/>
                    <a:gd name="connsiteY1" fmla="*/ 1 h 96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4469" h="9601">
                      <a:moveTo>
                        <a:pt x="104470" y="1"/>
                      </a:moveTo>
                      <a:lnTo>
                        <a:pt x="1" y="1"/>
                      </a:lnTo>
                    </a:path>
                  </a:pathLst>
                </a:custGeom>
                <a:noFill/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61" name="Freeform: Shape 660">
                  <a:extLst>
                    <a:ext uri="{FF2B5EF4-FFF2-40B4-BE49-F238E27FC236}">
                      <a16:creationId xmlns:a16="http://schemas.microsoft.com/office/drawing/2014/main" id="{1D2E26CE-CB87-2E26-3A2F-0348DD04DD99}"/>
                    </a:ext>
                  </a:extLst>
                </p:cNvPr>
                <p:cNvSpPr/>
                <p:nvPr/>
              </p:nvSpPr>
              <p:spPr>
                <a:xfrm>
                  <a:off x="2145602" y="5703071"/>
                  <a:ext cx="57611" cy="38407"/>
                </a:xfrm>
                <a:custGeom>
                  <a:avLst/>
                  <a:gdLst>
                    <a:gd name="connsiteX0" fmla="*/ 1 w 57611"/>
                    <a:gd name="connsiteY0" fmla="*/ 19204 h 38407"/>
                    <a:gd name="connsiteX1" fmla="*/ 57612 w 57611"/>
                    <a:gd name="connsiteY1" fmla="*/ 1 h 38407"/>
                    <a:gd name="connsiteX2" fmla="*/ 57612 w 57611"/>
                    <a:gd name="connsiteY2" fmla="*/ 38408 h 384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7611" h="38407">
                      <a:moveTo>
                        <a:pt x="1" y="19204"/>
                      </a:moveTo>
                      <a:lnTo>
                        <a:pt x="57612" y="1"/>
                      </a:lnTo>
                      <a:lnTo>
                        <a:pt x="57612" y="3840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581" name="Graphic 7">
                <a:extLst>
                  <a:ext uri="{FF2B5EF4-FFF2-40B4-BE49-F238E27FC236}">
                    <a16:creationId xmlns:a16="http://schemas.microsoft.com/office/drawing/2014/main" id="{8A066453-DE7D-D69B-8557-E5B3A899D4B2}"/>
                  </a:ext>
                </a:extLst>
              </p:cNvPr>
              <p:cNvGrpSpPr/>
              <p:nvPr/>
            </p:nvGrpSpPr>
            <p:grpSpPr>
              <a:xfrm>
                <a:off x="2134848" y="5611852"/>
                <a:ext cx="268855" cy="249651"/>
                <a:chOff x="2134848" y="5611852"/>
                <a:chExt cx="268855" cy="249651"/>
              </a:xfrm>
              <a:solidFill>
                <a:srgbClr val="FFFFFF"/>
              </a:solidFill>
            </p:grpSpPr>
            <p:sp>
              <p:nvSpPr>
                <p:cNvPr id="658" name="Freeform: Shape 657">
                  <a:extLst>
                    <a:ext uri="{FF2B5EF4-FFF2-40B4-BE49-F238E27FC236}">
                      <a16:creationId xmlns:a16="http://schemas.microsoft.com/office/drawing/2014/main" id="{7F3437E3-8819-F09B-1B77-D280B98B6FA0}"/>
                    </a:ext>
                  </a:extLst>
                </p:cNvPr>
                <p:cNvSpPr/>
                <p:nvPr/>
              </p:nvSpPr>
              <p:spPr>
                <a:xfrm>
                  <a:off x="2134848" y="5626255"/>
                  <a:ext cx="268855" cy="192039"/>
                </a:xfrm>
                <a:custGeom>
                  <a:avLst/>
                  <a:gdLst>
                    <a:gd name="connsiteX0" fmla="*/ 1 w 268855"/>
                    <a:gd name="connsiteY0" fmla="*/ 1 h 192039"/>
                    <a:gd name="connsiteX1" fmla="*/ 268856 w 268855"/>
                    <a:gd name="connsiteY1" fmla="*/ 1 h 192039"/>
                    <a:gd name="connsiteX2" fmla="*/ 268856 w 268855"/>
                    <a:gd name="connsiteY2" fmla="*/ 192040 h 192039"/>
                    <a:gd name="connsiteX3" fmla="*/ 1 w 268855"/>
                    <a:gd name="connsiteY3" fmla="*/ 192040 h 1920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68855" h="192039">
                      <a:moveTo>
                        <a:pt x="1" y="1"/>
                      </a:moveTo>
                      <a:lnTo>
                        <a:pt x="268856" y="1"/>
                      </a:lnTo>
                      <a:lnTo>
                        <a:pt x="268856" y="192040"/>
                      </a:lnTo>
                      <a:lnTo>
                        <a:pt x="1" y="19204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pic>
              <p:nvPicPr>
                <p:cNvPr id="659" name="Picture 658">
                  <a:extLst>
                    <a:ext uri="{FF2B5EF4-FFF2-40B4-BE49-F238E27FC236}">
                      <a16:creationId xmlns:a16="http://schemas.microsoft.com/office/drawing/2014/main" id="{8D825804-E559-0C1D-AB61-E2B0BA0185C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139649" y="5611852"/>
                  <a:ext cx="249651" cy="249651"/>
                </a:xfrm>
                <a:custGeom>
                  <a:avLst/>
                  <a:gdLst>
                    <a:gd name="connsiteX0" fmla="*/ 0 w 249651"/>
                    <a:gd name="connsiteY0" fmla="*/ 0 h 249651"/>
                    <a:gd name="connsiteX1" fmla="*/ 249651 w 249651"/>
                    <a:gd name="connsiteY1" fmla="*/ 0 h 249651"/>
                    <a:gd name="connsiteX2" fmla="*/ 249651 w 249651"/>
                    <a:gd name="connsiteY2" fmla="*/ 249651 h 249651"/>
                    <a:gd name="connsiteX3" fmla="*/ 0 w 249651"/>
                    <a:gd name="connsiteY3" fmla="*/ 249651 h 2496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49651" h="249651">
                      <a:moveTo>
                        <a:pt x="0" y="0"/>
                      </a:moveTo>
                      <a:lnTo>
                        <a:pt x="249651" y="0"/>
                      </a:lnTo>
                      <a:lnTo>
                        <a:pt x="249651" y="249651"/>
                      </a:lnTo>
                      <a:lnTo>
                        <a:pt x="0" y="249651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582" name="Graphic 7">
                <a:extLst>
                  <a:ext uri="{FF2B5EF4-FFF2-40B4-BE49-F238E27FC236}">
                    <a16:creationId xmlns:a16="http://schemas.microsoft.com/office/drawing/2014/main" id="{F9E4DD6C-F0BA-1A40-5F9C-14E3E0766364}"/>
                  </a:ext>
                </a:extLst>
              </p:cNvPr>
              <p:cNvGrpSpPr/>
              <p:nvPr/>
            </p:nvGrpSpPr>
            <p:grpSpPr>
              <a:xfrm>
                <a:off x="2901565" y="4844847"/>
                <a:ext cx="38407" cy="214892"/>
                <a:chOff x="2901565" y="4844847"/>
                <a:chExt cx="38407" cy="214892"/>
              </a:xfrm>
            </p:grpSpPr>
            <p:sp>
              <p:nvSpPr>
                <p:cNvPr id="656" name="Freeform: Shape 655">
                  <a:extLst>
                    <a:ext uri="{FF2B5EF4-FFF2-40B4-BE49-F238E27FC236}">
                      <a16:creationId xmlns:a16="http://schemas.microsoft.com/office/drawing/2014/main" id="{AEADE5CC-CE9C-826A-80C9-EEF01FBA0EF2}"/>
                    </a:ext>
                  </a:extLst>
                </p:cNvPr>
                <p:cNvSpPr/>
                <p:nvPr/>
              </p:nvSpPr>
              <p:spPr>
                <a:xfrm>
                  <a:off x="2917408" y="4902459"/>
                  <a:ext cx="3360" cy="157280"/>
                </a:xfrm>
                <a:custGeom>
                  <a:avLst/>
                  <a:gdLst>
                    <a:gd name="connsiteX0" fmla="*/ 1 w 3360"/>
                    <a:gd name="connsiteY0" fmla="*/ 157281 h 157280"/>
                    <a:gd name="connsiteX1" fmla="*/ 3361 w 3360"/>
                    <a:gd name="connsiteY1" fmla="*/ 1 h 157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360" h="157280">
                      <a:moveTo>
                        <a:pt x="1" y="157281"/>
                      </a:moveTo>
                      <a:lnTo>
                        <a:pt x="3361" y="1"/>
                      </a:lnTo>
                    </a:path>
                  </a:pathLst>
                </a:custGeom>
                <a:noFill/>
                <a:ln w="9598" cap="flat">
                  <a:solidFill>
                    <a:srgbClr val="0099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57" name="Freeform: Shape 656">
                  <a:extLst>
                    <a:ext uri="{FF2B5EF4-FFF2-40B4-BE49-F238E27FC236}">
                      <a16:creationId xmlns:a16="http://schemas.microsoft.com/office/drawing/2014/main" id="{DFC38AF8-CBD9-D14B-BCE8-6EDB4B71061E}"/>
                    </a:ext>
                  </a:extLst>
                </p:cNvPr>
                <p:cNvSpPr/>
                <p:nvPr/>
              </p:nvSpPr>
              <p:spPr>
                <a:xfrm>
                  <a:off x="2901565" y="4844847"/>
                  <a:ext cx="38407" cy="57995"/>
                </a:xfrm>
                <a:custGeom>
                  <a:avLst/>
                  <a:gdLst>
                    <a:gd name="connsiteX0" fmla="*/ 20453 w 38407"/>
                    <a:gd name="connsiteY0" fmla="*/ 1 h 57995"/>
                    <a:gd name="connsiteX1" fmla="*/ 38408 w 38407"/>
                    <a:gd name="connsiteY1" fmla="*/ 57996 h 57995"/>
                    <a:gd name="connsiteX2" fmla="*/ 1 w 38407"/>
                    <a:gd name="connsiteY2" fmla="*/ 57132 h 579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8407" h="57995">
                      <a:moveTo>
                        <a:pt x="20453" y="1"/>
                      </a:moveTo>
                      <a:lnTo>
                        <a:pt x="38408" y="57996"/>
                      </a:lnTo>
                      <a:lnTo>
                        <a:pt x="1" y="57132"/>
                      </a:lnTo>
                      <a:close/>
                    </a:path>
                  </a:pathLst>
                </a:custGeom>
                <a:solidFill>
                  <a:srgbClr val="009900"/>
                </a:solidFill>
                <a:ln w="9598" cap="flat">
                  <a:solidFill>
                    <a:srgbClr val="0099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583" name="Graphic 7">
                <a:extLst>
                  <a:ext uri="{FF2B5EF4-FFF2-40B4-BE49-F238E27FC236}">
                    <a16:creationId xmlns:a16="http://schemas.microsoft.com/office/drawing/2014/main" id="{8179C93D-25C4-8D31-C95F-434720BB4ECE}"/>
                  </a:ext>
                </a:extLst>
              </p:cNvPr>
              <p:cNvGrpSpPr/>
              <p:nvPr/>
            </p:nvGrpSpPr>
            <p:grpSpPr>
              <a:xfrm>
                <a:off x="2900220" y="5439017"/>
                <a:ext cx="38407" cy="200489"/>
                <a:chOff x="2900220" y="5439017"/>
                <a:chExt cx="38407" cy="200489"/>
              </a:xfrm>
            </p:grpSpPr>
            <p:sp>
              <p:nvSpPr>
                <p:cNvPr id="654" name="Freeform: Shape 653">
                  <a:extLst>
                    <a:ext uri="{FF2B5EF4-FFF2-40B4-BE49-F238E27FC236}">
                      <a16:creationId xmlns:a16="http://schemas.microsoft.com/office/drawing/2014/main" id="{956AD969-F8CE-318F-84A6-F3C6A33C03CE}"/>
                    </a:ext>
                  </a:extLst>
                </p:cNvPr>
                <p:cNvSpPr/>
                <p:nvPr/>
              </p:nvSpPr>
              <p:spPr>
                <a:xfrm>
                  <a:off x="2919424" y="5439017"/>
                  <a:ext cx="9601" cy="142877"/>
                </a:xfrm>
                <a:custGeom>
                  <a:avLst/>
                  <a:gdLst>
                    <a:gd name="connsiteX0" fmla="*/ 1 w 9601"/>
                    <a:gd name="connsiteY0" fmla="*/ 1 h 142877"/>
                    <a:gd name="connsiteX1" fmla="*/ 1 w 9601"/>
                    <a:gd name="connsiteY1" fmla="*/ 142878 h 1428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9601" h="142877">
                      <a:moveTo>
                        <a:pt x="1" y="1"/>
                      </a:moveTo>
                      <a:lnTo>
                        <a:pt x="1" y="142878"/>
                      </a:lnTo>
                    </a:path>
                  </a:pathLst>
                </a:custGeom>
                <a:noFill/>
                <a:ln w="9598" cap="flat">
                  <a:solidFill>
                    <a:srgbClr val="0099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55" name="Freeform: Shape 654">
                  <a:extLst>
                    <a:ext uri="{FF2B5EF4-FFF2-40B4-BE49-F238E27FC236}">
                      <a16:creationId xmlns:a16="http://schemas.microsoft.com/office/drawing/2014/main" id="{13FF667E-33D9-412C-BDF5-6C7CE76E407F}"/>
                    </a:ext>
                  </a:extLst>
                </p:cNvPr>
                <p:cNvSpPr/>
                <p:nvPr/>
              </p:nvSpPr>
              <p:spPr>
                <a:xfrm>
                  <a:off x="2900220" y="5581894"/>
                  <a:ext cx="38407" cy="57611"/>
                </a:xfrm>
                <a:custGeom>
                  <a:avLst/>
                  <a:gdLst>
                    <a:gd name="connsiteX0" fmla="*/ 19204 w 38407"/>
                    <a:gd name="connsiteY0" fmla="*/ 57612 h 57611"/>
                    <a:gd name="connsiteX1" fmla="*/ 1 w 38407"/>
                    <a:gd name="connsiteY1" fmla="*/ 1 h 57611"/>
                    <a:gd name="connsiteX2" fmla="*/ 38408 w 38407"/>
                    <a:gd name="connsiteY2" fmla="*/ 1 h 576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8407" h="57611">
                      <a:moveTo>
                        <a:pt x="19204" y="57612"/>
                      </a:moveTo>
                      <a:lnTo>
                        <a:pt x="1" y="1"/>
                      </a:lnTo>
                      <a:lnTo>
                        <a:pt x="38408" y="1"/>
                      </a:lnTo>
                      <a:close/>
                    </a:path>
                  </a:pathLst>
                </a:custGeom>
                <a:solidFill>
                  <a:srgbClr val="009900"/>
                </a:solidFill>
                <a:ln w="9598" cap="flat">
                  <a:solidFill>
                    <a:srgbClr val="0099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584" name="Graphic 7">
                <a:extLst>
                  <a:ext uri="{FF2B5EF4-FFF2-40B4-BE49-F238E27FC236}">
                    <a16:creationId xmlns:a16="http://schemas.microsoft.com/office/drawing/2014/main" id="{71FAFEBD-23BF-4392-86BC-F7D0FFCFD5FD}"/>
                  </a:ext>
                </a:extLst>
              </p:cNvPr>
              <p:cNvGrpSpPr/>
              <p:nvPr/>
            </p:nvGrpSpPr>
            <p:grpSpPr>
              <a:xfrm>
                <a:off x="2922209" y="4957766"/>
                <a:ext cx="435737" cy="514857"/>
                <a:chOff x="2922209" y="4957766"/>
                <a:chExt cx="435737" cy="514857"/>
              </a:xfrm>
            </p:grpSpPr>
            <p:sp>
              <p:nvSpPr>
                <p:cNvPr id="652" name="Freeform: Shape 651">
                  <a:extLst>
                    <a:ext uri="{FF2B5EF4-FFF2-40B4-BE49-F238E27FC236}">
                      <a16:creationId xmlns:a16="http://schemas.microsoft.com/office/drawing/2014/main" id="{93C47C2E-5032-D2A1-E33D-7051E1BB7A6B}"/>
                    </a:ext>
                  </a:extLst>
                </p:cNvPr>
                <p:cNvSpPr/>
                <p:nvPr/>
              </p:nvSpPr>
              <p:spPr>
                <a:xfrm>
                  <a:off x="2922209" y="4973321"/>
                  <a:ext cx="378125" cy="499302"/>
                </a:xfrm>
                <a:custGeom>
                  <a:avLst/>
                  <a:gdLst>
                    <a:gd name="connsiteX0" fmla="*/ 1 w 378125"/>
                    <a:gd name="connsiteY0" fmla="*/ 499303 h 499302"/>
                    <a:gd name="connsiteX1" fmla="*/ 81617 w 378125"/>
                    <a:gd name="connsiteY1" fmla="*/ 499303 h 499302"/>
                    <a:gd name="connsiteX2" fmla="*/ 163234 w 378125"/>
                    <a:gd name="connsiteY2" fmla="*/ 1 h 499302"/>
                    <a:gd name="connsiteX3" fmla="*/ 378126 w 378125"/>
                    <a:gd name="connsiteY3" fmla="*/ 3649 h 4993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78125" h="499302">
                      <a:moveTo>
                        <a:pt x="1" y="499303"/>
                      </a:moveTo>
                      <a:lnTo>
                        <a:pt x="81617" y="499303"/>
                      </a:lnTo>
                      <a:lnTo>
                        <a:pt x="163234" y="1"/>
                      </a:lnTo>
                      <a:lnTo>
                        <a:pt x="378126" y="3649"/>
                      </a:lnTo>
                    </a:path>
                  </a:pathLst>
                </a:custGeom>
                <a:noFill/>
                <a:ln w="9598" cap="flat">
                  <a:solidFill>
                    <a:srgbClr val="0099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53" name="Freeform: Shape 652">
                  <a:extLst>
                    <a:ext uri="{FF2B5EF4-FFF2-40B4-BE49-F238E27FC236}">
                      <a16:creationId xmlns:a16="http://schemas.microsoft.com/office/drawing/2014/main" id="{87A060CB-BE05-B06D-DBBC-3DE336898D5C}"/>
                    </a:ext>
                  </a:extLst>
                </p:cNvPr>
                <p:cNvSpPr/>
                <p:nvPr/>
              </p:nvSpPr>
              <p:spPr>
                <a:xfrm>
                  <a:off x="3300046" y="4957766"/>
                  <a:ext cx="57899" cy="38407"/>
                </a:xfrm>
                <a:custGeom>
                  <a:avLst/>
                  <a:gdLst>
                    <a:gd name="connsiteX0" fmla="*/ 57900 w 57899"/>
                    <a:gd name="connsiteY0" fmla="*/ 20165 h 38407"/>
                    <a:gd name="connsiteX1" fmla="*/ 1 w 57899"/>
                    <a:gd name="connsiteY1" fmla="*/ 38408 h 38407"/>
                    <a:gd name="connsiteX2" fmla="*/ 673 w 57899"/>
                    <a:gd name="connsiteY2" fmla="*/ 1 h 384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7899" h="38407">
                      <a:moveTo>
                        <a:pt x="57900" y="20165"/>
                      </a:moveTo>
                      <a:lnTo>
                        <a:pt x="1" y="38408"/>
                      </a:lnTo>
                      <a:lnTo>
                        <a:pt x="673" y="1"/>
                      </a:lnTo>
                      <a:close/>
                    </a:path>
                  </a:pathLst>
                </a:custGeom>
                <a:solidFill>
                  <a:srgbClr val="009900"/>
                </a:solidFill>
                <a:ln w="9598" cap="flat">
                  <a:solidFill>
                    <a:srgbClr val="0099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585" name="Graphic 7">
                <a:extLst>
                  <a:ext uri="{FF2B5EF4-FFF2-40B4-BE49-F238E27FC236}">
                    <a16:creationId xmlns:a16="http://schemas.microsoft.com/office/drawing/2014/main" id="{8DC39487-0D83-D52C-A408-012FD7DE4D30}"/>
                  </a:ext>
                </a:extLst>
              </p:cNvPr>
              <p:cNvGrpSpPr/>
              <p:nvPr/>
            </p:nvGrpSpPr>
            <p:grpSpPr>
              <a:xfrm>
                <a:off x="2701364" y="4795685"/>
                <a:ext cx="172835" cy="403282"/>
                <a:chOff x="2701364" y="4795685"/>
                <a:chExt cx="172835" cy="403282"/>
              </a:xfrm>
              <a:noFill/>
            </p:grpSpPr>
            <p:sp>
              <p:nvSpPr>
                <p:cNvPr id="650" name="Freeform: Shape 649">
                  <a:extLst>
                    <a:ext uri="{FF2B5EF4-FFF2-40B4-BE49-F238E27FC236}">
                      <a16:creationId xmlns:a16="http://schemas.microsoft.com/office/drawing/2014/main" id="{673ECB2B-B044-9568-4C0E-215E981DCEDB}"/>
                    </a:ext>
                  </a:extLst>
                </p:cNvPr>
                <p:cNvSpPr/>
                <p:nvPr/>
              </p:nvSpPr>
              <p:spPr>
                <a:xfrm>
                  <a:off x="2701364" y="4834093"/>
                  <a:ext cx="172835" cy="288058"/>
                </a:xfrm>
                <a:custGeom>
                  <a:avLst/>
                  <a:gdLst>
                    <a:gd name="connsiteX0" fmla="*/ 1 w 172835"/>
                    <a:gd name="connsiteY0" fmla="*/ 1 h 288058"/>
                    <a:gd name="connsiteX1" fmla="*/ 172836 w 172835"/>
                    <a:gd name="connsiteY1" fmla="*/ 1 h 288058"/>
                    <a:gd name="connsiteX2" fmla="*/ 172836 w 172835"/>
                    <a:gd name="connsiteY2" fmla="*/ 288059 h 288058"/>
                    <a:gd name="connsiteX3" fmla="*/ 1 w 172835"/>
                    <a:gd name="connsiteY3" fmla="*/ 288059 h 2880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2835" h="288058">
                      <a:moveTo>
                        <a:pt x="1" y="1"/>
                      </a:moveTo>
                      <a:lnTo>
                        <a:pt x="172836" y="1"/>
                      </a:lnTo>
                      <a:lnTo>
                        <a:pt x="172836" y="288059"/>
                      </a:lnTo>
                      <a:lnTo>
                        <a:pt x="1" y="288059"/>
                      </a:lnTo>
                      <a:close/>
                    </a:path>
                  </a:pathLst>
                </a:custGeom>
                <a:noFill/>
                <a:ln w="959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pic>
              <p:nvPicPr>
                <p:cNvPr id="651" name="Picture 650">
                  <a:extLst>
                    <a:ext uri="{FF2B5EF4-FFF2-40B4-BE49-F238E27FC236}">
                      <a16:creationId xmlns:a16="http://schemas.microsoft.com/office/drawing/2014/main" id="{84994088-52DF-B65C-E80C-ED6671E7572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706165" y="4795685"/>
                  <a:ext cx="153631" cy="403282"/>
                </a:xfrm>
                <a:custGeom>
                  <a:avLst/>
                  <a:gdLst>
                    <a:gd name="connsiteX0" fmla="*/ 0 w 153631"/>
                    <a:gd name="connsiteY0" fmla="*/ 0 h 403282"/>
                    <a:gd name="connsiteX1" fmla="*/ 153631 w 153631"/>
                    <a:gd name="connsiteY1" fmla="*/ 0 h 403282"/>
                    <a:gd name="connsiteX2" fmla="*/ 153631 w 153631"/>
                    <a:gd name="connsiteY2" fmla="*/ 403283 h 403282"/>
                    <a:gd name="connsiteX3" fmla="*/ 0 w 153631"/>
                    <a:gd name="connsiteY3" fmla="*/ 403283 h 4032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3631" h="403282">
                      <a:moveTo>
                        <a:pt x="0" y="0"/>
                      </a:moveTo>
                      <a:lnTo>
                        <a:pt x="153631" y="0"/>
                      </a:lnTo>
                      <a:lnTo>
                        <a:pt x="153631" y="403283"/>
                      </a:lnTo>
                      <a:lnTo>
                        <a:pt x="0" y="403283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586" name="Graphic 7">
                <a:extLst>
                  <a:ext uri="{FF2B5EF4-FFF2-40B4-BE49-F238E27FC236}">
                    <a16:creationId xmlns:a16="http://schemas.microsoft.com/office/drawing/2014/main" id="{A83EE1D9-BEE3-75F5-F940-71E664A73566}"/>
                  </a:ext>
                </a:extLst>
              </p:cNvPr>
              <p:cNvGrpSpPr/>
              <p:nvPr/>
            </p:nvGrpSpPr>
            <p:grpSpPr>
              <a:xfrm>
                <a:off x="2730170" y="5318992"/>
                <a:ext cx="144029" cy="412884"/>
                <a:chOff x="2730170" y="5318992"/>
                <a:chExt cx="144029" cy="412884"/>
              </a:xfrm>
              <a:noFill/>
            </p:grpSpPr>
            <p:sp>
              <p:nvSpPr>
                <p:cNvPr id="648" name="Freeform: Shape 647">
                  <a:extLst>
                    <a:ext uri="{FF2B5EF4-FFF2-40B4-BE49-F238E27FC236}">
                      <a16:creationId xmlns:a16="http://schemas.microsoft.com/office/drawing/2014/main" id="{5BC532CA-FBE8-EEE4-9CE9-F44035FCAFB9}"/>
                    </a:ext>
                  </a:extLst>
                </p:cNvPr>
                <p:cNvSpPr/>
                <p:nvPr/>
              </p:nvSpPr>
              <p:spPr>
                <a:xfrm>
                  <a:off x="2730170" y="5362201"/>
                  <a:ext cx="144029" cy="288058"/>
                </a:xfrm>
                <a:custGeom>
                  <a:avLst/>
                  <a:gdLst>
                    <a:gd name="connsiteX0" fmla="*/ 1 w 144029"/>
                    <a:gd name="connsiteY0" fmla="*/ 1 h 288058"/>
                    <a:gd name="connsiteX1" fmla="*/ 144030 w 144029"/>
                    <a:gd name="connsiteY1" fmla="*/ 1 h 288058"/>
                    <a:gd name="connsiteX2" fmla="*/ 144030 w 144029"/>
                    <a:gd name="connsiteY2" fmla="*/ 288059 h 288058"/>
                    <a:gd name="connsiteX3" fmla="*/ 1 w 144029"/>
                    <a:gd name="connsiteY3" fmla="*/ 288059 h 2880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4029" h="288058">
                      <a:moveTo>
                        <a:pt x="1" y="1"/>
                      </a:moveTo>
                      <a:lnTo>
                        <a:pt x="144030" y="1"/>
                      </a:lnTo>
                      <a:lnTo>
                        <a:pt x="144030" y="288059"/>
                      </a:lnTo>
                      <a:lnTo>
                        <a:pt x="1" y="288059"/>
                      </a:lnTo>
                      <a:close/>
                    </a:path>
                  </a:pathLst>
                </a:custGeom>
                <a:noFill/>
                <a:ln w="959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pic>
              <p:nvPicPr>
                <p:cNvPr id="649" name="Picture 648">
                  <a:extLst>
                    <a:ext uri="{FF2B5EF4-FFF2-40B4-BE49-F238E27FC236}">
                      <a16:creationId xmlns:a16="http://schemas.microsoft.com/office/drawing/2014/main" id="{FEDD1AE2-FD23-CD65-B844-D214180C8E1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734971" y="5318992"/>
                  <a:ext cx="124825" cy="412884"/>
                </a:xfrm>
                <a:custGeom>
                  <a:avLst/>
                  <a:gdLst>
                    <a:gd name="connsiteX0" fmla="*/ 0 w 124825"/>
                    <a:gd name="connsiteY0" fmla="*/ 0 h 412884"/>
                    <a:gd name="connsiteX1" fmla="*/ 124826 w 124825"/>
                    <a:gd name="connsiteY1" fmla="*/ 0 h 412884"/>
                    <a:gd name="connsiteX2" fmla="*/ 124826 w 124825"/>
                    <a:gd name="connsiteY2" fmla="*/ 412884 h 412884"/>
                    <a:gd name="connsiteX3" fmla="*/ 0 w 124825"/>
                    <a:gd name="connsiteY3" fmla="*/ 412884 h 4128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4825" h="412884">
                      <a:moveTo>
                        <a:pt x="0" y="0"/>
                      </a:moveTo>
                      <a:lnTo>
                        <a:pt x="124826" y="0"/>
                      </a:lnTo>
                      <a:lnTo>
                        <a:pt x="124826" y="412884"/>
                      </a:lnTo>
                      <a:lnTo>
                        <a:pt x="0" y="412884"/>
                      </a:lnTo>
                      <a:close/>
                    </a:path>
                  </a:pathLst>
                </a:custGeom>
              </p:spPr>
            </p:pic>
          </p:grpSp>
          <p:sp>
            <p:nvSpPr>
              <p:cNvPr id="587" name="Freeform: Shape 586">
                <a:extLst>
                  <a:ext uri="{FF2B5EF4-FFF2-40B4-BE49-F238E27FC236}">
                    <a16:creationId xmlns:a16="http://schemas.microsoft.com/office/drawing/2014/main" id="{A091F9EF-D4FC-451E-F94F-B9B9A3605C2E}"/>
                  </a:ext>
                </a:extLst>
              </p:cNvPr>
              <p:cNvSpPr/>
              <p:nvPr/>
            </p:nvSpPr>
            <p:spPr>
              <a:xfrm>
                <a:off x="3512730" y="5472624"/>
                <a:ext cx="192039" cy="9601"/>
              </a:xfrm>
              <a:custGeom>
                <a:avLst/>
                <a:gdLst>
                  <a:gd name="connsiteX0" fmla="*/ 1 w 192039"/>
                  <a:gd name="connsiteY0" fmla="*/ 1 h 9601"/>
                  <a:gd name="connsiteX1" fmla="*/ 192040 w 192039"/>
                  <a:gd name="connsiteY1" fmla="*/ 1 h 9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92039" h="9601">
                    <a:moveTo>
                      <a:pt x="1" y="1"/>
                    </a:moveTo>
                    <a:lnTo>
                      <a:pt x="192040" y="1"/>
                    </a:lnTo>
                  </a:path>
                </a:pathLst>
              </a:custGeom>
              <a:noFill/>
              <a:ln w="959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588" name="Graphic 7">
                <a:extLst>
                  <a:ext uri="{FF2B5EF4-FFF2-40B4-BE49-F238E27FC236}">
                    <a16:creationId xmlns:a16="http://schemas.microsoft.com/office/drawing/2014/main" id="{F4E1B552-C4A5-E324-6C4D-9C2D1F3ECF4D}"/>
                  </a:ext>
                </a:extLst>
              </p:cNvPr>
              <p:cNvGrpSpPr/>
              <p:nvPr/>
            </p:nvGrpSpPr>
            <p:grpSpPr>
              <a:xfrm>
                <a:off x="3368700" y="5400609"/>
                <a:ext cx="144029" cy="144029"/>
                <a:chOff x="3368700" y="5400609"/>
                <a:chExt cx="144029" cy="144029"/>
              </a:xfrm>
            </p:grpSpPr>
            <p:sp>
              <p:nvSpPr>
                <p:cNvPr id="645" name="Freeform: Shape 644">
                  <a:extLst>
                    <a:ext uri="{FF2B5EF4-FFF2-40B4-BE49-F238E27FC236}">
                      <a16:creationId xmlns:a16="http://schemas.microsoft.com/office/drawing/2014/main" id="{C77721B6-89CA-25B6-CCF5-6581BF176996}"/>
                    </a:ext>
                  </a:extLst>
                </p:cNvPr>
                <p:cNvSpPr/>
                <p:nvPr/>
              </p:nvSpPr>
              <p:spPr>
                <a:xfrm>
                  <a:off x="3368700" y="5400609"/>
                  <a:ext cx="144029" cy="144029"/>
                </a:xfrm>
                <a:custGeom>
                  <a:avLst/>
                  <a:gdLst>
                    <a:gd name="connsiteX0" fmla="*/ 144030 w 144029"/>
                    <a:gd name="connsiteY0" fmla="*/ 72015 h 144029"/>
                    <a:gd name="connsiteX1" fmla="*/ 72015 w 144029"/>
                    <a:gd name="connsiteY1" fmla="*/ 144030 h 144029"/>
                    <a:gd name="connsiteX2" fmla="*/ 1 w 144029"/>
                    <a:gd name="connsiteY2" fmla="*/ 72015 h 144029"/>
                    <a:gd name="connsiteX3" fmla="*/ 72015 w 144029"/>
                    <a:gd name="connsiteY3" fmla="*/ 1 h 144029"/>
                    <a:gd name="connsiteX4" fmla="*/ 144030 w 144029"/>
                    <a:gd name="connsiteY4" fmla="*/ 72015 h 1440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4029" h="144029">
                      <a:moveTo>
                        <a:pt x="144030" y="72015"/>
                      </a:moveTo>
                      <a:cubicBezTo>
                        <a:pt x="144030" y="111788"/>
                        <a:pt x="111788" y="144030"/>
                        <a:pt x="72015" y="144030"/>
                      </a:cubicBezTo>
                      <a:cubicBezTo>
                        <a:pt x="32242" y="144030"/>
                        <a:pt x="1" y="111788"/>
                        <a:pt x="1" y="72015"/>
                      </a:cubicBezTo>
                      <a:cubicBezTo>
                        <a:pt x="1" y="32242"/>
                        <a:pt x="32242" y="1"/>
                        <a:pt x="72015" y="1"/>
                      </a:cubicBezTo>
                      <a:cubicBezTo>
                        <a:pt x="111788" y="1"/>
                        <a:pt x="144030" y="32242"/>
                        <a:pt x="144030" y="7201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46" name="Freeform: Shape 645">
                  <a:extLst>
                    <a:ext uri="{FF2B5EF4-FFF2-40B4-BE49-F238E27FC236}">
                      <a16:creationId xmlns:a16="http://schemas.microsoft.com/office/drawing/2014/main" id="{1A3780C8-6629-1C65-F6E4-BF89499FB3E8}"/>
                    </a:ext>
                  </a:extLst>
                </p:cNvPr>
                <p:cNvSpPr/>
                <p:nvPr/>
              </p:nvSpPr>
              <p:spPr>
                <a:xfrm>
                  <a:off x="3389537" y="5421445"/>
                  <a:ext cx="102356" cy="102356"/>
                </a:xfrm>
                <a:custGeom>
                  <a:avLst/>
                  <a:gdLst>
                    <a:gd name="connsiteX0" fmla="*/ 1 w 102356"/>
                    <a:gd name="connsiteY0" fmla="*/ 1 h 102356"/>
                    <a:gd name="connsiteX1" fmla="*/ 102357 w 102356"/>
                    <a:gd name="connsiteY1" fmla="*/ 102357 h 102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2356" h="102356">
                      <a:moveTo>
                        <a:pt x="1" y="1"/>
                      </a:moveTo>
                      <a:lnTo>
                        <a:pt x="102357" y="102357"/>
                      </a:lnTo>
                    </a:path>
                  </a:pathLst>
                </a:custGeom>
                <a:noFill/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47" name="Freeform: Shape 646">
                  <a:extLst>
                    <a:ext uri="{FF2B5EF4-FFF2-40B4-BE49-F238E27FC236}">
                      <a16:creationId xmlns:a16="http://schemas.microsoft.com/office/drawing/2014/main" id="{4BB1A9D6-8410-BE7A-4483-48F4B958F25E}"/>
                    </a:ext>
                  </a:extLst>
                </p:cNvPr>
                <p:cNvSpPr/>
                <p:nvPr/>
              </p:nvSpPr>
              <p:spPr>
                <a:xfrm>
                  <a:off x="3389537" y="5421445"/>
                  <a:ext cx="102356" cy="102356"/>
                </a:xfrm>
                <a:custGeom>
                  <a:avLst/>
                  <a:gdLst>
                    <a:gd name="connsiteX0" fmla="*/ 102357 w 102356"/>
                    <a:gd name="connsiteY0" fmla="*/ 1 h 102356"/>
                    <a:gd name="connsiteX1" fmla="*/ 1 w 102356"/>
                    <a:gd name="connsiteY1" fmla="*/ 102357 h 102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2356" h="102356">
                      <a:moveTo>
                        <a:pt x="102357" y="1"/>
                      </a:moveTo>
                      <a:lnTo>
                        <a:pt x="1" y="102357"/>
                      </a:lnTo>
                    </a:path>
                  </a:pathLst>
                </a:custGeom>
                <a:noFill/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589" name="Freeform: Shape 588">
                <a:extLst>
                  <a:ext uri="{FF2B5EF4-FFF2-40B4-BE49-F238E27FC236}">
                    <a16:creationId xmlns:a16="http://schemas.microsoft.com/office/drawing/2014/main" id="{A207A68A-CBCA-A704-1D02-6E91B7D533C1}"/>
                  </a:ext>
                </a:extLst>
              </p:cNvPr>
              <p:cNvSpPr/>
              <p:nvPr/>
            </p:nvSpPr>
            <p:spPr>
              <a:xfrm>
                <a:off x="3512730" y="4978122"/>
                <a:ext cx="192039" cy="9601"/>
              </a:xfrm>
              <a:custGeom>
                <a:avLst/>
                <a:gdLst>
                  <a:gd name="connsiteX0" fmla="*/ 1 w 192039"/>
                  <a:gd name="connsiteY0" fmla="*/ 1 h 9601"/>
                  <a:gd name="connsiteX1" fmla="*/ 192040 w 192039"/>
                  <a:gd name="connsiteY1" fmla="*/ 1 h 9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92039" h="9601">
                    <a:moveTo>
                      <a:pt x="1" y="1"/>
                    </a:moveTo>
                    <a:lnTo>
                      <a:pt x="192040" y="1"/>
                    </a:lnTo>
                  </a:path>
                </a:pathLst>
              </a:custGeom>
              <a:noFill/>
              <a:ln w="959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590" name="Graphic 7">
                <a:extLst>
                  <a:ext uri="{FF2B5EF4-FFF2-40B4-BE49-F238E27FC236}">
                    <a16:creationId xmlns:a16="http://schemas.microsoft.com/office/drawing/2014/main" id="{BF0AD8E8-111C-2FA5-BBA9-E3075C07B46A}"/>
                  </a:ext>
                </a:extLst>
              </p:cNvPr>
              <p:cNvGrpSpPr/>
              <p:nvPr/>
            </p:nvGrpSpPr>
            <p:grpSpPr>
              <a:xfrm>
                <a:off x="3368700" y="4906108"/>
                <a:ext cx="144029" cy="144029"/>
                <a:chOff x="3368700" y="4906108"/>
                <a:chExt cx="144029" cy="144029"/>
              </a:xfrm>
            </p:grpSpPr>
            <p:sp>
              <p:nvSpPr>
                <p:cNvPr id="642" name="Freeform: Shape 641">
                  <a:extLst>
                    <a:ext uri="{FF2B5EF4-FFF2-40B4-BE49-F238E27FC236}">
                      <a16:creationId xmlns:a16="http://schemas.microsoft.com/office/drawing/2014/main" id="{B1141285-B7CE-8DE7-0EB2-15A2F6135828}"/>
                    </a:ext>
                  </a:extLst>
                </p:cNvPr>
                <p:cNvSpPr/>
                <p:nvPr/>
              </p:nvSpPr>
              <p:spPr>
                <a:xfrm>
                  <a:off x="3368700" y="4906108"/>
                  <a:ext cx="144029" cy="144029"/>
                </a:xfrm>
                <a:custGeom>
                  <a:avLst/>
                  <a:gdLst>
                    <a:gd name="connsiteX0" fmla="*/ 144030 w 144029"/>
                    <a:gd name="connsiteY0" fmla="*/ 72015 h 144029"/>
                    <a:gd name="connsiteX1" fmla="*/ 72015 w 144029"/>
                    <a:gd name="connsiteY1" fmla="*/ 144030 h 144029"/>
                    <a:gd name="connsiteX2" fmla="*/ 1 w 144029"/>
                    <a:gd name="connsiteY2" fmla="*/ 72015 h 144029"/>
                    <a:gd name="connsiteX3" fmla="*/ 72015 w 144029"/>
                    <a:gd name="connsiteY3" fmla="*/ 1 h 144029"/>
                    <a:gd name="connsiteX4" fmla="*/ 144030 w 144029"/>
                    <a:gd name="connsiteY4" fmla="*/ 72015 h 1440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4029" h="144029">
                      <a:moveTo>
                        <a:pt x="144030" y="72015"/>
                      </a:moveTo>
                      <a:cubicBezTo>
                        <a:pt x="144030" y="111788"/>
                        <a:pt x="111788" y="144030"/>
                        <a:pt x="72015" y="144030"/>
                      </a:cubicBezTo>
                      <a:cubicBezTo>
                        <a:pt x="32242" y="144030"/>
                        <a:pt x="1" y="111788"/>
                        <a:pt x="1" y="72015"/>
                      </a:cubicBezTo>
                      <a:cubicBezTo>
                        <a:pt x="1" y="32242"/>
                        <a:pt x="32242" y="1"/>
                        <a:pt x="72015" y="1"/>
                      </a:cubicBezTo>
                      <a:cubicBezTo>
                        <a:pt x="111788" y="1"/>
                        <a:pt x="144030" y="32242"/>
                        <a:pt x="144030" y="7201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43" name="Freeform: Shape 642">
                  <a:extLst>
                    <a:ext uri="{FF2B5EF4-FFF2-40B4-BE49-F238E27FC236}">
                      <a16:creationId xmlns:a16="http://schemas.microsoft.com/office/drawing/2014/main" id="{C054C6A0-27FC-2FFF-1A42-A7D215259008}"/>
                    </a:ext>
                  </a:extLst>
                </p:cNvPr>
                <p:cNvSpPr/>
                <p:nvPr/>
              </p:nvSpPr>
              <p:spPr>
                <a:xfrm>
                  <a:off x="3389537" y="4926944"/>
                  <a:ext cx="102356" cy="102356"/>
                </a:xfrm>
                <a:custGeom>
                  <a:avLst/>
                  <a:gdLst>
                    <a:gd name="connsiteX0" fmla="*/ 1 w 102356"/>
                    <a:gd name="connsiteY0" fmla="*/ 1 h 102356"/>
                    <a:gd name="connsiteX1" fmla="*/ 102357 w 102356"/>
                    <a:gd name="connsiteY1" fmla="*/ 102357 h 102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2356" h="102356">
                      <a:moveTo>
                        <a:pt x="1" y="1"/>
                      </a:moveTo>
                      <a:lnTo>
                        <a:pt x="102357" y="102357"/>
                      </a:lnTo>
                    </a:path>
                  </a:pathLst>
                </a:custGeom>
                <a:noFill/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44" name="Freeform: Shape 643">
                  <a:extLst>
                    <a:ext uri="{FF2B5EF4-FFF2-40B4-BE49-F238E27FC236}">
                      <a16:creationId xmlns:a16="http://schemas.microsoft.com/office/drawing/2014/main" id="{788A819D-B1A8-F19E-3E46-782621F36BC2}"/>
                    </a:ext>
                  </a:extLst>
                </p:cNvPr>
                <p:cNvSpPr/>
                <p:nvPr/>
              </p:nvSpPr>
              <p:spPr>
                <a:xfrm>
                  <a:off x="3389537" y="4926944"/>
                  <a:ext cx="102356" cy="102356"/>
                </a:xfrm>
                <a:custGeom>
                  <a:avLst/>
                  <a:gdLst>
                    <a:gd name="connsiteX0" fmla="*/ 102357 w 102356"/>
                    <a:gd name="connsiteY0" fmla="*/ 1 h 102356"/>
                    <a:gd name="connsiteX1" fmla="*/ 1 w 102356"/>
                    <a:gd name="connsiteY1" fmla="*/ 102357 h 102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2356" h="102356">
                      <a:moveTo>
                        <a:pt x="102357" y="1"/>
                      </a:moveTo>
                      <a:lnTo>
                        <a:pt x="1" y="102357"/>
                      </a:lnTo>
                    </a:path>
                  </a:pathLst>
                </a:custGeom>
                <a:noFill/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591" name="Graphic 7">
                <a:extLst>
                  <a:ext uri="{FF2B5EF4-FFF2-40B4-BE49-F238E27FC236}">
                    <a16:creationId xmlns:a16="http://schemas.microsoft.com/office/drawing/2014/main" id="{F30FF98E-1DA2-54BC-DED7-0D3EB21C0C3E}"/>
                  </a:ext>
                </a:extLst>
              </p:cNvPr>
              <p:cNvGrpSpPr/>
              <p:nvPr/>
            </p:nvGrpSpPr>
            <p:grpSpPr>
              <a:xfrm>
                <a:off x="3191064" y="5040535"/>
                <a:ext cx="153631" cy="393680"/>
                <a:chOff x="3191064" y="5040535"/>
                <a:chExt cx="153631" cy="393680"/>
              </a:xfrm>
              <a:noFill/>
            </p:grpSpPr>
            <p:sp>
              <p:nvSpPr>
                <p:cNvPr id="640" name="Freeform: Shape 639">
                  <a:extLst>
                    <a:ext uri="{FF2B5EF4-FFF2-40B4-BE49-F238E27FC236}">
                      <a16:creationId xmlns:a16="http://schemas.microsoft.com/office/drawing/2014/main" id="{E5779E11-F42F-2707-C7A6-39238DF8C4D8}"/>
                    </a:ext>
                  </a:extLst>
                </p:cNvPr>
                <p:cNvSpPr/>
                <p:nvPr/>
              </p:nvSpPr>
              <p:spPr>
                <a:xfrm>
                  <a:off x="3191064" y="5122152"/>
                  <a:ext cx="153631" cy="192039"/>
                </a:xfrm>
                <a:custGeom>
                  <a:avLst/>
                  <a:gdLst>
                    <a:gd name="connsiteX0" fmla="*/ 1 w 153631"/>
                    <a:gd name="connsiteY0" fmla="*/ 1 h 192039"/>
                    <a:gd name="connsiteX1" fmla="*/ 153632 w 153631"/>
                    <a:gd name="connsiteY1" fmla="*/ 1 h 192039"/>
                    <a:gd name="connsiteX2" fmla="*/ 153632 w 153631"/>
                    <a:gd name="connsiteY2" fmla="*/ 192040 h 192039"/>
                    <a:gd name="connsiteX3" fmla="*/ 1 w 153631"/>
                    <a:gd name="connsiteY3" fmla="*/ 192040 h 1920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3631" h="192039">
                      <a:moveTo>
                        <a:pt x="1" y="1"/>
                      </a:moveTo>
                      <a:lnTo>
                        <a:pt x="153632" y="1"/>
                      </a:lnTo>
                      <a:lnTo>
                        <a:pt x="153632" y="192040"/>
                      </a:lnTo>
                      <a:lnTo>
                        <a:pt x="1" y="192040"/>
                      </a:lnTo>
                      <a:close/>
                    </a:path>
                  </a:pathLst>
                </a:custGeom>
                <a:noFill/>
                <a:ln w="959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pic>
              <p:nvPicPr>
                <p:cNvPr id="641" name="Picture 640">
                  <a:extLst>
                    <a:ext uri="{FF2B5EF4-FFF2-40B4-BE49-F238E27FC236}">
                      <a16:creationId xmlns:a16="http://schemas.microsoft.com/office/drawing/2014/main" id="{E5DB0656-82FE-7C89-369C-2B46E058CFE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195865" y="5040535"/>
                  <a:ext cx="134427" cy="393680"/>
                </a:xfrm>
                <a:custGeom>
                  <a:avLst/>
                  <a:gdLst>
                    <a:gd name="connsiteX0" fmla="*/ 0 w 134427"/>
                    <a:gd name="connsiteY0" fmla="*/ 0 h 393680"/>
                    <a:gd name="connsiteX1" fmla="*/ 134428 w 134427"/>
                    <a:gd name="connsiteY1" fmla="*/ 0 h 393680"/>
                    <a:gd name="connsiteX2" fmla="*/ 134428 w 134427"/>
                    <a:gd name="connsiteY2" fmla="*/ 393681 h 393680"/>
                    <a:gd name="connsiteX3" fmla="*/ 0 w 134427"/>
                    <a:gd name="connsiteY3" fmla="*/ 393681 h 3936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4427" h="393680">
                      <a:moveTo>
                        <a:pt x="0" y="0"/>
                      </a:moveTo>
                      <a:lnTo>
                        <a:pt x="134428" y="0"/>
                      </a:lnTo>
                      <a:lnTo>
                        <a:pt x="134428" y="393681"/>
                      </a:lnTo>
                      <a:lnTo>
                        <a:pt x="0" y="393681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592" name="Graphic 7">
                <a:extLst>
                  <a:ext uri="{FF2B5EF4-FFF2-40B4-BE49-F238E27FC236}">
                    <a16:creationId xmlns:a16="http://schemas.microsoft.com/office/drawing/2014/main" id="{CF051E73-C7C7-06FA-E865-97D61E788450}"/>
                  </a:ext>
                </a:extLst>
              </p:cNvPr>
              <p:cNvGrpSpPr/>
              <p:nvPr/>
            </p:nvGrpSpPr>
            <p:grpSpPr>
              <a:xfrm>
                <a:off x="3421511" y="5060891"/>
                <a:ext cx="38407" cy="328963"/>
                <a:chOff x="3421511" y="5060891"/>
                <a:chExt cx="38407" cy="328963"/>
              </a:xfrm>
            </p:grpSpPr>
            <p:sp>
              <p:nvSpPr>
                <p:cNvPr id="637" name="Freeform: Shape 636">
                  <a:extLst>
                    <a:ext uri="{FF2B5EF4-FFF2-40B4-BE49-F238E27FC236}">
                      <a16:creationId xmlns:a16="http://schemas.microsoft.com/office/drawing/2014/main" id="{D3125DEB-9356-CE02-827F-E4F3414FC39D}"/>
                    </a:ext>
                  </a:extLst>
                </p:cNvPr>
                <p:cNvSpPr/>
                <p:nvPr/>
              </p:nvSpPr>
              <p:spPr>
                <a:xfrm>
                  <a:off x="3440715" y="5118503"/>
                  <a:ext cx="9601" cy="213739"/>
                </a:xfrm>
                <a:custGeom>
                  <a:avLst/>
                  <a:gdLst>
                    <a:gd name="connsiteX0" fmla="*/ 1 w 9601"/>
                    <a:gd name="connsiteY0" fmla="*/ 213740 h 213739"/>
                    <a:gd name="connsiteX1" fmla="*/ 1 w 9601"/>
                    <a:gd name="connsiteY1" fmla="*/ 1 h 2137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9601" h="213739">
                      <a:moveTo>
                        <a:pt x="1" y="213740"/>
                      </a:moveTo>
                      <a:lnTo>
                        <a:pt x="1" y="1"/>
                      </a:lnTo>
                    </a:path>
                  </a:pathLst>
                </a:custGeom>
                <a:noFill/>
                <a:ln w="9598" cap="flat">
                  <a:solidFill>
                    <a:srgbClr val="9933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38" name="Freeform: Shape 637">
                  <a:extLst>
                    <a:ext uri="{FF2B5EF4-FFF2-40B4-BE49-F238E27FC236}">
                      <a16:creationId xmlns:a16="http://schemas.microsoft.com/office/drawing/2014/main" id="{CE0AF312-3C58-6657-C87E-376115FA1851}"/>
                    </a:ext>
                  </a:extLst>
                </p:cNvPr>
                <p:cNvSpPr/>
                <p:nvPr/>
              </p:nvSpPr>
              <p:spPr>
                <a:xfrm>
                  <a:off x="3421511" y="5332243"/>
                  <a:ext cx="38407" cy="57611"/>
                </a:xfrm>
                <a:custGeom>
                  <a:avLst/>
                  <a:gdLst>
                    <a:gd name="connsiteX0" fmla="*/ 19204 w 38407"/>
                    <a:gd name="connsiteY0" fmla="*/ 57612 h 57611"/>
                    <a:gd name="connsiteX1" fmla="*/ 1 w 38407"/>
                    <a:gd name="connsiteY1" fmla="*/ 1 h 57611"/>
                    <a:gd name="connsiteX2" fmla="*/ 38408 w 38407"/>
                    <a:gd name="connsiteY2" fmla="*/ 1 h 576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8407" h="57611">
                      <a:moveTo>
                        <a:pt x="19204" y="57612"/>
                      </a:moveTo>
                      <a:lnTo>
                        <a:pt x="1" y="1"/>
                      </a:lnTo>
                      <a:lnTo>
                        <a:pt x="38408" y="1"/>
                      </a:lnTo>
                      <a:close/>
                    </a:path>
                  </a:pathLst>
                </a:custGeom>
                <a:solidFill>
                  <a:srgbClr val="9933FF"/>
                </a:solidFill>
                <a:ln w="9598" cap="flat">
                  <a:solidFill>
                    <a:srgbClr val="9933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39" name="Freeform: Shape 638">
                  <a:extLst>
                    <a:ext uri="{FF2B5EF4-FFF2-40B4-BE49-F238E27FC236}">
                      <a16:creationId xmlns:a16="http://schemas.microsoft.com/office/drawing/2014/main" id="{FB97BE13-1A21-FE63-C672-77137394686E}"/>
                    </a:ext>
                  </a:extLst>
                </p:cNvPr>
                <p:cNvSpPr/>
                <p:nvPr/>
              </p:nvSpPr>
              <p:spPr>
                <a:xfrm>
                  <a:off x="3421511" y="5060891"/>
                  <a:ext cx="38407" cy="57611"/>
                </a:xfrm>
                <a:custGeom>
                  <a:avLst/>
                  <a:gdLst>
                    <a:gd name="connsiteX0" fmla="*/ 19204 w 38407"/>
                    <a:gd name="connsiteY0" fmla="*/ 1 h 57611"/>
                    <a:gd name="connsiteX1" fmla="*/ 38408 w 38407"/>
                    <a:gd name="connsiteY1" fmla="*/ 57612 h 57611"/>
                    <a:gd name="connsiteX2" fmla="*/ 1 w 38407"/>
                    <a:gd name="connsiteY2" fmla="*/ 57612 h 576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8407" h="57611">
                      <a:moveTo>
                        <a:pt x="19204" y="1"/>
                      </a:moveTo>
                      <a:lnTo>
                        <a:pt x="38408" y="57612"/>
                      </a:lnTo>
                      <a:lnTo>
                        <a:pt x="1" y="57612"/>
                      </a:lnTo>
                      <a:close/>
                    </a:path>
                  </a:pathLst>
                </a:custGeom>
                <a:solidFill>
                  <a:srgbClr val="9933FF"/>
                </a:solidFill>
                <a:ln w="9598" cap="flat">
                  <a:solidFill>
                    <a:srgbClr val="9933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593" name="Freeform: Shape 592">
                <a:extLst>
                  <a:ext uri="{FF2B5EF4-FFF2-40B4-BE49-F238E27FC236}">
                    <a16:creationId xmlns:a16="http://schemas.microsoft.com/office/drawing/2014/main" id="{F4483ADE-15A6-C538-81B1-993CC231C283}"/>
                  </a:ext>
                </a:extLst>
              </p:cNvPr>
              <p:cNvSpPr/>
              <p:nvPr/>
            </p:nvSpPr>
            <p:spPr>
              <a:xfrm>
                <a:off x="3363708" y="5232941"/>
                <a:ext cx="72206" cy="191"/>
              </a:xfrm>
              <a:custGeom>
                <a:avLst/>
                <a:gdLst>
                  <a:gd name="connsiteX0" fmla="*/ 72207 w 72206"/>
                  <a:gd name="connsiteY0" fmla="*/ 192 h 191"/>
                  <a:gd name="connsiteX1" fmla="*/ 1 w 72206"/>
                  <a:gd name="connsiteY1" fmla="*/ 1 h 1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2206" h="191">
                    <a:moveTo>
                      <a:pt x="72207" y="192"/>
                    </a:moveTo>
                    <a:lnTo>
                      <a:pt x="1" y="1"/>
                    </a:lnTo>
                  </a:path>
                </a:pathLst>
              </a:custGeom>
              <a:noFill/>
              <a:ln w="9598" cap="flat">
                <a:solidFill>
                  <a:srgbClr val="9933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grpSp>
            <p:nvGrpSpPr>
              <p:cNvPr id="594" name="Graphic 7">
                <a:extLst>
                  <a:ext uri="{FF2B5EF4-FFF2-40B4-BE49-F238E27FC236}">
                    <a16:creationId xmlns:a16="http://schemas.microsoft.com/office/drawing/2014/main" id="{CACE6E9C-270B-3121-087D-586A3CD66530}"/>
                  </a:ext>
                </a:extLst>
              </p:cNvPr>
              <p:cNvGrpSpPr/>
              <p:nvPr/>
            </p:nvGrpSpPr>
            <p:grpSpPr>
              <a:xfrm>
                <a:off x="2922209" y="4973321"/>
                <a:ext cx="435737" cy="518506"/>
                <a:chOff x="2922209" y="4973321"/>
                <a:chExt cx="435737" cy="518506"/>
              </a:xfrm>
            </p:grpSpPr>
            <p:sp>
              <p:nvSpPr>
                <p:cNvPr id="635" name="Freeform: Shape 634">
                  <a:extLst>
                    <a:ext uri="{FF2B5EF4-FFF2-40B4-BE49-F238E27FC236}">
                      <a16:creationId xmlns:a16="http://schemas.microsoft.com/office/drawing/2014/main" id="{DA929450-A89E-CF98-8ABD-D02787A1E300}"/>
                    </a:ext>
                  </a:extLst>
                </p:cNvPr>
                <p:cNvSpPr/>
                <p:nvPr/>
              </p:nvSpPr>
              <p:spPr>
                <a:xfrm>
                  <a:off x="2922209" y="4973321"/>
                  <a:ext cx="378125" cy="499302"/>
                </a:xfrm>
                <a:custGeom>
                  <a:avLst/>
                  <a:gdLst>
                    <a:gd name="connsiteX0" fmla="*/ 1 w 378125"/>
                    <a:gd name="connsiteY0" fmla="*/ 1 h 499302"/>
                    <a:gd name="connsiteX1" fmla="*/ 76816 w 378125"/>
                    <a:gd name="connsiteY1" fmla="*/ 1 h 499302"/>
                    <a:gd name="connsiteX2" fmla="*/ 124826 w 378125"/>
                    <a:gd name="connsiteY2" fmla="*/ 155840 h 499302"/>
                    <a:gd name="connsiteX3" fmla="*/ 141726 w 378125"/>
                    <a:gd name="connsiteY3" fmla="*/ 210956 h 499302"/>
                    <a:gd name="connsiteX4" fmla="*/ 141726 w 378125"/>
                    <a:gd name="connsiteY4" fmla="*/ 210956 h 499302"/>
                    <a:gd name="connsiteX5" fmla="*/ 230448 w 378125"/>
                    <a:gd name="connsiteY5" fmla="*/ 499303 h 499302"/>
                    <a:gd name="connsiteX6" fmla="*/ 378126 w 378125"/>
                    <a:gd name="connsiteY6" fmla="*/ 499303 h 4993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78125" h="499302">
                      <a:moveTo>
                        <a:pt x="1" y="1"/>
                      </a:moveTo>
                      <a:lnTo>
                        <a:pt x="76816" y="1"/>
                      </a:lnTo>
                      <a:lnTo>
                        <a:pt x="124826" y="155840"/>
                      </a:lnTo>
                      <a:cubicBezTo>
                        <a:pt x="160545" y="144894"/>
                        <a:pt x="177541" y="199913"/>
                        <a:pt x="141726" y="210956"/>
                      </a:cubicBezTo>
                      <a:lnTo>
                        <a:pt x="141726" y="210956"/>
                      </a:lnTo>
                      <a:lnTo>
                        <a:pt x="230448" y="499303"/>
                      </a:lnTo>
                      <a:lnTo>
                        <a:pt x="378126" y="499303"/>
                      </a:lnTo>
                    </a:path>
                  </a:pathLst>
                </a:custGeom>
                <a:noFill/>
                <a:ln w="9598" cap="flat">
                  <a:solidFill>
                    <a:srgbClr val="0099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36" name="Freeform: Shape 635">
                  <a:extLst>
                    <a:ext uri="{FF2B5EF4-FFF2-40B4-BE49-F238E27FC236}">
                      <a16:creationId xmlns:a16="http://schemas.microsoft.com/office/drawing/2014/main" id="{2F12DE8A-D354-6463-6BA2-F6888BEE4811}"/>
                    </a:ext>
                  </a:extLst>
                </p:cNvPr>
                <p:cNvSpPr/>
                <p:nvPr/>
              </p:nvSpPr>
              <p:spPr>
                <a:xfrm>
                  <a:off x="3300334" y="5453420"/>
                  <a:ext cx="57611" cy="38407"/>
                </a:xfrm>
                <a:custGeom>
                  <a:avLst/>
                  <a:gdLst>
                    <a:gd name="connsiteX0" fmla="*/ 57612 w 57611"/>
                    <a:gd name="connsiteY0" fmla="*/ 19204 h 38407"/>
                    <a:gd name="connsiteX1" fmla="*/ 1 w 57611"/>
                    <a:gd name="connsiteY1" fmla="*/ 38408 h 38407"/>
                    <a:gd name="connsiteX2" fmla="*/ 1 w 57611"/>
                    <a:gd name="connsiteY2" fmla="*/ 1 h 384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7611" h="38407">
                      <a:moveTo>
                        <a:pt x="57612" y="19204"/>
                      </a:moveTo>
                      <a:lnTo>
                        <a:pt x="1" y="38408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009900"/>
                </a:solidFill>
                <a:ln w="9598" cap="flat">
                  <a:solidFill>
                    <a:srgbClr val="0099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595" name="Graphic 7">
                <a:extLst>
                  <a:ext uri="{FF2B5EF4-FFF2-40B4-BE49-F238E27FC236}">
                    <a16:creationId xmlns:a16="http://schemas.microsoft.com/office/drawing/2014/main" id="{4988BB27-7A76-B2D3-AEAC-188BC3422A0C}"/>
                  </a:ext>
                </a:extLst>
              </p:cNvPr>
              <p:cNvGrpSpPr/>
              <p:nvPr/>
            </p:nvGrpSpPr>
            <p:grpSpPr>
              <a:xfrm>
                <a:off x="3704769" y="4882103"/>
                <a:ext cx="192039" cy="220845"/>
                <a:chOff x="3704769" y="4882103"/>
                <a:chExt cx="192039" cy="220845"/>
              </a:xfrm>
              <a:solidFill>
                <a:srgbClr val="FFFFFF"/>
              </a:solidFill>
            </p:grpSpPr>
            <p:sp>
              <p:nvSpPr>
                <p:cNvPr id="633" name="Freeform: Shape 632">
                  <a:extLst>
                    <a:ext uri="{FF2B5EF4-FFF2-40B4-BE49-F238E27FC236}">
                      <a16:creationId xmlns:a16="http://schemas.microsoft.com/office/drawing/2014/main" id="{75A9D610-DC09-F745-6234-E57636637F0D}"/>
                    </a:ext>
                  </a:extLst>
                </p:cNvPr>
                <p:cNvSpPr/>
                <p:nvPr/>
              </p:nvSpPr>
              <p:spPr>
                <a:xfrm>
                  <a:off x="3704769" y="4882103"/>
                  <a:ext cx="192039" cy="192039"/>
                </a:xfrm>
                <a:custGeom>
                  <a:avLst/>
                  <a:gdLst>
                    <a:gd name="connsiteX0" fmla="*/ 1 w 192039"/>
                    <a:gd name="connsiteY0" fmla="*/ 1 h 192039"/>
                    <a:gd name="connsiteX1" fmla="*/ 192040 w 192039"/>
                    <a:gd name="connsiteY1" fmla="*/ 1 h 192039"/>
                    <a:gd name="connsiteX2" fmla="*/ 192040 w 192039"/>
                    <a:gd name="connsiteY2" fmla="*/ 192040 h 192039"/>
                    <a:gd name="connsiteX3" fmla="*/ 1 w 192039"/>
                    <a:gd name="connsiteY3" fmla="*/ 192040 h 1920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039" h="192039">
                      <a:moveTo>
                        <a:pt x="1" y="1"/>
                      </a:moveTo>
                      <a:lnTo>
                        <a:pt x="192040" y="1"/>
                      </a:lnTo>
                      <a:lnTo>
                        <a:pt x="192040" y="192040"/>
                      </a:lnTo>
                      <a:lnTo>
                        <a:pt x="1" y="19204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pic>
              <p:nvPicPr>
                <p:cNvPr id="634" name="Picture 633">
                  <a:extLst>
                    <a:ext uri="{FF2B5EF4-FFF2-40B4-BE49-F238E27FC236}">
                      <a16:creationId xmlns:a16="http://schemas.microsoft.com/office/drawing/2014/main" id="{43FC97A4-D622-BDEB-990D-5C81B69A870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714371" y="4891705"/>
                  <a:ext cx="172835" cy="211243"/>
                </a:xfrm>
                <a:custGeom>
                  <a:avLst/>
                  <a:gdLst>
                    <a:gd name="connsiteX0" fmla="*/ 0 w 172835"/>
                    <a:gd name="connsiteY0" fmla="*/ 0 h 211243"/>
                    <a:gd name="connsiteX1" fmla="*/ 172835 w 172835"/>
                    <a:gd name="connsiteY1" fmla="*/ 0 h 211243"/>
                    <a:gd name="connsiteX2" fmla="*/ 172835 w 172835"/>
                    <a:gd name="connsiteY2" fmla="*/ 211243 h 211243"/>
                    <a:gd name="connsiteX3" fmla="*/ 0 w 172835"/>
                    <a:gd name="connsiteY3" fmla="*/ 211243 h 2112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2835" h="211243">
                      <a:moveTo>
                        <a:pt x="0" y="0"/>
                      </a:moveTo>
                      <a:lnTo>
                        <a:pt x="172835" y="0"/>
                      </a:lnTo>
                      <a:lnTo>
                        <a:pt x="172835" y="211243"/>
                      </a:lnTo>
                      <a:lnTo>
                        <a:pt x="0" y="211243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596" name="Graphic 7">
                <a:extLst>
                  <a:ext uri="{FF2B5EF4-FFF2-40B4-BE49-F238E27FC236}">
                    <a16:creationId xmlns:a16="http://schemas.microsoft.com/office/drawing/2014/main" id="{837DD4B1-A388-8318-DD49-7B6A599F42ED}"/>
                  </a:ext>
                </a:extLst>
              </p:cNvPr>
              <p:cNvGrpSpPr/>
              <p:nvPr/>
            </p:nvGrpSpPr>
            <p:grpSpPr>
              <a:xfrm>
                <a:off x="3704769" y="5376604"/>
                <a:ext cx="192039" cy="216044"/>
                <a:chOff x="3704769" y="5376604"/>
                <a:chExt cx="192039" cy="216044"/>
              </a:xfrm>
              <a:solidFill>
                <a:srgbClr val="FFFFFF"/>
              </a:solidFill>
            </p:grpSpPr>
            <p:sp>
              <p:nvSpPr>
                <p:cNvPr id="631" name="Freeform: Shape 630">
                  <a:extLst>
                    <a:ext uri="{FF2B5EF4-FFF2-40B4-BE49-F238E27FC236}">
                      <a16:creationId xmlns:a16="http://schemas.microsoft.com/office/drawing/2014/main" id="{E2BC35A6-D74A-94AE-5493-894E74F81BCE}"/>
                    </a:ext>
                  </a:extLst>
                </p:cNvPr>
                <p:cNvSpPr/>
                <p:nvPr/>
              </p:nvSpPr>
              <p:spPr>
                <a:xfrm>
                  <a:off x="3704769" y="5376604"/>
                  <a:ext cx="192039" cy="192039"/>
                </a:xfrm>
                <a:custGeom>
                  <a:avLst/>
                  <a:gdLst>
                    <a:gd name="connsiteX0" fmla="*/ 1 w 192039"/>
                    <a:gd name="connsiteY0" fmla="*/ 1 h 192039"/>
                    <a:gd name="connsiteX1" fmla="*/ 192040 w 192039"/>
                    <a:gd name="connsiteY1" fmla="*/ 1 h 192039"/>
                    <a:gd name="connsiteX2" fmla="*/ 192040 w 192039"/>
                    <a:gd name="connsiteY2" fmla="*/ 192040 h 192039"/>
                    <a:gd name="connsiteX3" fmla="*/ 1 w 192039"/>
                    <a:gd name="connsiteY3" fmla="*/ 192040 h 1920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039" h="192039">
                      <a:moveTo>
                        <a:pt x="1" y="1"/>
                      </a:moveTo>
                      <a:lnTo>
                        <a:pt x="192040" y="1"/>
                      </a:lnTo>
                      <a:lnTo>
                        <a:pt x="192040" y="192040"/>
                      </a:lnTo>
                      <a:lnTo>
                        <a:pt x="1" y="19204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pic>
              <p:nvPicPr>
                <p:cNvPr id="632" name="Picture 631">
                  <a:extLst>
                    <a:ext uri="{FF2B5EF4-FFF2-40B4-BE49-F238E27FC236}">
                      <a16:creationId xmlns:a16="http://schemas.microsoft.com/office/drawing/2014/main" id="{C8C21034-CD5F-535D-0742-1D97B856341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714371" y="5381405"/>
                  <a:ext cx="172835" cy="211243"/>
                </a:xfrm>
                <a:custGeom>
                  <a:avLst/>
                  <a:gdLst>
                    <a:gd name="connsiteX0" fmla="*/ 0 w 172835"/>
                    <a:gd name="connsiteY0" fmla="*/ 0 h 211243"/>
                    <a:gd name="connsiteX1" fmla="*/ 172835 w 172835"/>
                    <a:gd name="connsiteY1" fmla="*/ 0 h 211243"/>
                    <a:gd name="connsiteX2" fmla="*/ 172835 w 172835"/>
                    <a:gd name="connsiteY2" fmla="*/ 211243 h 211243"/>
                    <a:gd name="connsiteX3" fmla="*/ 0 w 172835"/>
                    <a:gd name="connsiteY3" fmla="*/ 211243 h 2112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2835" h="211243">
                      <a:moveTo>
                        <a:pt x="0" y="0"/>
                      </a:moveTo>
                      <a:lnTo>
                        <a:pt x="172835" y="0"/>
                      </a:lnTo>
                      <a:lnTo>
                        <a:pt x="172835" y="211243"/>
                      </a:lnTo>
                      <a:lnTo>
                        <a:pt x="0" y="211243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597" name="Graphic 7">
                <a:extLst>
                  <a:ext uri="{FF2B5EF4-FFF2-40B4-BE49-F238E27FC236}">
                    <a16:creationId xmlns:a16="http://schemas.microsoft.com/office/drawing/2014/main" id="{DB17795A-BA4E-285A-41EF-6FE037A5925B}"/>
                  </a:ext>
                </a:extLst>
              </p:cNvPr>
              <p:cNvGrpSpPr/>
              <p:nvPr/>
            </p:nvGrpSpPr>
            <p:grpSpPr>
              <a:xfrm>
                <a:off x="3896808" y="4844847"/>
                <a:ext cx="275864" cy="138076"/>
                <a:chOff x="3896808" y="4844847"/>
                <a:chExt cx="275864" cy="138076"/>
              </a:xfrm>
            </p:grpSpPr>
            <p:sp>
              <p:nvSpPr>
                <p:cNvPr id="629" name="Freeform: Shape 628">
                  <a:extLst>
                    <a:ext uri="{FF2B5EF4-FFF2-40B4-BE49-F238E27FC236}">
                      <a16:creationId xmlns:a16="http://schemas.microsoft.com/office/drawing/2014/main" id="{DB2B411D-B691-4C5D-25CC-B1923A9B044A}"/>
                    </a:ext>
                  </a:extLst>
                </p:cNvPr>
                <p:cNvSpPr/>
                <p:nvPr/>
              </p:nvSpPr>
              <p:spPr>
                <a:xfrm>
                  <a:off x="3896808" y="4902363"/>
                  <a:ext cx="259253" cy="80560"/>
                </a:xfrm>
                <a:custGeom>
                  <a:avLst/>
                  <a:gdLst>
                    <a:gd name="connsiteX0" fmla="*/ 1 w 259253"/>
                    <a:gd name="connsiteY0" fmla="*/ 75760 h 80560"/>
                    <a:gd name="connsiteX1" fmla="*/ 259254 w 259253"/>
                    <a:gd name="connsiteY1" fmla="*/ 80561 h 80560"/>
                    <a:gd name="connsiteX2" fmla="*/ 256661 w 259253"/>
                    <a:gd name="connsiteY2" fmla="*/ 1 h 805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59253" h="80560">
                      <a:moveTo>
                        <a:pt x="1" y="75760"/>
                      </a:moveTo>
                      <a:lnTo>
                        <a:pt x="259254" y="80561"/>
                      </a:lnTo>
                      <a:lnTo>
                        <a:pt x="256661" y="1"/>
                      </a:lnTo>
                    </a:path>
                  </a:pathLst>
                </a:custGeom>
                <a:noFill/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30" name="Freeform: Shape 629">
                  <a:extLst>
                    <a:ext uri="{FF2B5EF4-FFF2-40B4-BE49-F238E27FC236}">
                      <a16:creationId xmlns:a16="http://schemas.microsoft.com/office/drawing/2014/main" id="{7532F544-9BA7-5997-3AF8-284835635658}"/>
                    </a:ext>
                  </a:extLst>
                </p:cNvPr>
                <p:cNvSpPr/>
                <p:nvPr/>
              </p:nvSpPr>
              <p:spPr>
                <a:xfrm>
                  <a:off x="4134265" y="4844847"/>
                  <a:ext cx="38407" cy="58187"/>
                </a:xfrm>
                <a:custGeom>
                  <a:avLst/>
                  <a:gdLst>
                    <a:gd name="connsiteX0" fmla="*/ 17380 w 38407"/>
                    <a:gd name="connsiteY0" fmla="*/ 1 h 58187"/>
                    <a:gd name="connsiteX1" fmla="*/ 38408 w 38407"/>
                    <a:gd name="connsiteY1" fmla="*/ 56940 h 58187"/>
                    <a:gd name="connsiteX2" fmla="*/ 1 w 38407"/>
                    <a:gd name="connsiteY2" fmla="*/ 58188 h 581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8407" h="58187">
                      <a:moveTo>
                        <a:pt x="17380" y="1"/>
                      </a:moveTo>
                      <a:lnTo>
                        <a:pt x="38408" y="56940"/>
                      </a:lnTo>
                      <a:lnTo>
                        <a:pt x="1" y="5818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598" name="Graphic 7">
                <a:extLst>
                  <a:ext uri="{FF2B5EF4-FFF2-40B4-BE49-F238E27FC236}">
                    <a16:creationId xmlns:a16="http://schemas.microsoft.com/office/drawing/2014/main" id="{EE806700-D38B-4051-8056-F25F23696F0C}"/>
                  </a:ext>
                </a:extLst>
              </p:cNvPr>
              <p:cNvGrpSpPr/>
              <p:nvPr/>
            </p:nvGrpSpPr>
            <p:grpSpPr>
              <a:xfrm>
                <a:off x="3896808" y="5472624"/>
                <a:ext cx="275480" cy="166882"/>
                <a:chOff x="3896808" y="5472624"/>
                <a:chExt cx="275480" cy="166882"/>
              </a:xfrm>
            </p:grpSpPr>
            <p:sp>
              <p:nvSpPr>
                <p:cNvPr id="627" name="Freeform: Shape 626">
                  <a:extLst>
                    <a:ext uri="{FF2B5EF4-FFF2-40B4-BE49-F238E27FC236}">
                      <a16:creationId xmlns:a16="http://schemas.microsoft.com/office/drawing/2014/main" id="{53AFE2CE-B8AC-425B-2617-3A1E265070CB}"/>
                    </a:ext>
                  </a:extLst>
                </p:cNvPr>
                <p:cNvSpPr/>
                <p:nvPr/>
              </p:nvSpPr>
              <p:spPr>
                <a:xfrm>
                  <a:off x="3896808" y="5472624"/>
                  <a:ext cx="259253" cy="109270"/>
                </a:xfrm>
                <a:custGeom>
                  <a:avLst/>
                  <a:gdLst>
                    <a:gd name="connsiteX0" fmla="*/ 1 w 259253"/>
                    <a:gd name="connsiteY0" fmla="*/ 1 h 109270"/>
                    <a:gd name="connsiteX1" fmla="*/ 259254 w 259253"/>
                    <a:gd name="connsiteY1" fmla="*/ 1 h 109270"/>
                    <a:gd name="connsiteX2" fmla="*/ 256277 w 259253"/>
                    <a:gd name="connsiteY2" fmla="*/ 109271 h 1092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59253" h="109270">
                      <a:moveTo>
                        <a:pt x="1" y="1"/>
                      </a:moveTo>
                      <a:lnTo>
                        <a:pt x="259254" y="1"/>
                      </a:lnTo>
                      <a:lnTo>
                        <a:pt x="256277" y="109271"/>
                      </a:lnTo>
                    </a:path>
                  </a:pathLst>
                </a:custGeom>
                <a:noFill/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28" name="Freeform: Shape 627">
                  <a:extLst>
                    <a:ext uri="{FF2B5EF4-FFF2-40B4-BE49-F238E27FC236}">
                      <a16:creationId xmlns:a16="http://schemas.microsoft.com/office/drawing/2014/main" id="{E1C58DAD-28E1-8B27-A775-BB3728929255}"/>
                    </a:ext>
                  </a:extLst>
                </p:cNvPr>
                <p:cNvSpPr/>
                <p:nvPr/>
              </p:nvSpPr>
              <p:spPr>
                <a:xfrm>
                  <a:off x="4133881" y="5581414"/>
                  <a:ext cx="38407" cy="58092"/>
                </a:xfrm>
                <a:custGeom>
                  <a:avLst/>
                  <a:gdLst>
                    <a:gd name="connsiteX0" fmla="*/ 17668 w 38407"/>
                    <a:gd name="connsiteY0" fmla="*/ 58093 h 58092"/>
                    <a:gd name="connsiteX1" fmla="*/ 1 w 38407"/>
                    <a:gd name="connsiteY1" fmla="*/ 1 h 58092"/>
                    <a:gd name="connsiteX2" fmla="*/ 38408 w 38407"/>
                    <a:gd name="connsiteY2" fmla="*/ 1057 h 58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8407" h="58092">
                      <a:moveTo>
                        <a:pt x="17668" y="58093"/>
                      </a:moveTo>
                      <a:lnTo>
                        <a:pt x="1" y="1"/>
                      </a:lnTo>
                      <a:lnTo>
                        <a:pt x="38408" y="10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599" name="Graphic 7">
                <a:extLst>
                  <a:ext uri="{FF2B5EF4-FFF2-40B4-BE49-F238E27FC236}">
                    <a16:creationId xmlns:a16="http://schemas.microsoft.com/office/drawing/2014/main" id="{33CC5051-F525-2020-24C3-4A1FAF9BE3A9}"/>
                  </a:ext>
                </a:extLst>
              </p:cNvPr>
              <p:cNvGrpSpPr/>
              <p:nvPr/>
            </p:nvGrpSpPr>
            <p:grpSpPr>
              <a:xfrm>
                <a:off x="5759590" y="5683867"/>
                <a:ext cx="336068" cy="393680"/>
                <a:chOff x="5759590" y="5683867"/>
                <a:chExt cx="336068" cy="393680"/>
              </a:xfrm>
              <a:noFill/>
            </p:grpSpPr>
            <p:sp>
              <p:nvSpPr>
                <p:cNvPr id="625" name="Freeform: Shape 624">
                  <a:extLst>
                    <a:ext uri="{FF2B5EF4-FFF2-40B4-BE49-F238E27FC236}">
                      <a16:creationId xmlns:a16="http://schemas.microsoft.com/office/drawing/2014/main" id="{47357983-BA45-CB48-DB8E-0E1B55BF966B}"/>
                    </a:ext>
                  </a:extLst>
                </p:cNvPr>
                <p:cNvSpPr/>
                <p:nvPr/>
              </p:nvSpPr>
              <p:spPr>
                <a:xfrm>
                  <a:off x="5759590" y="5722275"/>
                  <a:ext cx="336068" cy="288058"/>
                </a:xfrm>
                <a:custGeom>
                  <a:avLst/>
                  <a:gdLst>
                    <a:gd name="connsiteX0" fmla="*/ 1 w 336068"/>
                    <a:gd name="connsiteY0" fmla="*/ 1 h 288058"/>
                    <a:gd name="connsiteX1" fmla="*/ 336069 w 336068"/>
                    <a:gd name="connsiteY1" fmla="*/ 1 h 288058"/>
                    <a:gd name="connsiteX2" fmla="*/ 336069 w 336068"/>
                    <a:gd name="connsiteY2" fmla="*/ 288059 h 288058"/>
                    <a:gd name="connsiteX3" fmla="*/ 1 w 336068"/>
                    <a:gd name="connsiteY3" fmla="*/ 288059 h 2880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36068" h="288058">
                      <a:moveTo>
                        <a:pt x="1" y="1"/>
                      </a:moveTo>
                      <a:lnTo>
                        <a:pt x="336069" y="1"/>
                      </a:lnTo>
                      <a:lnTo>
                        <a:pt x="336069" y="288059"/>
                      </a:lnTo>
                      <a:lnTo>
                        <a:pt x="1" y="288059"/>
                      </a:lnTo>
                      <a:close/>
                    </a:path>
                  </a:pathLst>
                </a:custGeom>
                <a:noFill/>
                <a:ln w="959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pic>
              <p:nvPicPr>
                <p:cNvPr id="626" name="Picture 625">
                  <a:extLst>
                    <a:ext uri="{FF2B5EF4-FFF2-40B4-BE49-F238E27FC236}">
                      <a16:creationId xmlns:a16="http://schemas.microsoft.com/office/drawing/2014/main" id="{116F3C06-3DB0-BD52-B867-0FC57307AD1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769192" y="5683867"/>
                  <a:ext cx="316864" cy="393680"/>
                </a:xfrm>
                <a:custGeom>
                  <a:avLst/>
                  <a:gdLst>
                    <a:gd name="connsiteX0" fmla="*/ 0 w 316864"/>
                    <a:gd name="connsiteY0" fmla="*/ 0 h 393680"/>
                    <a:gd name="connsiteX1" fmla="*/ 316865 w 316864"/>
                    <a:gd name="connsiteY1" fmla="*/ 0 h 393680"/>
                    <a:gd name="connsiteX2" fmla="*/ 316865 w 316864"/>
                    <a:gd name="connsiteY2" fmla="*/ 393681 h 393680"/>
                    <a:gd name="connsiteX3" fmla="*/ 0 w 316864"/>
                    <a:gd name="connsiteY3" fmla="*/ 393681 h 3936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16864" h="393680">
                      <a:moveTo>
                        <a:pt x="0" y="0"/>
                      </a:moveTo>
                      <a:lnTo>
                        <a:pt x="316865" y="0"/>
                      </a:lnTo>
                      <a:lnTo>
                        <a:pt x="316865" y="393681"/>
                      </a:lnTo>
                      <a:lnTo>
                        <a:pt x="0" y="393681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600" name="Graphic 7">
                <a:extLst>
                  <a:ext uri="{FF2B5EF4-FFF2-40B4-BE49-F238E27FC236}">
                    <a16:creationId xmlns:a16="http://schemas.microsoft.com/office/drawing/2014/main" id="{07E2F8E2-F9EF-B14F-5327-2374A22480FE}"/>
                  </a:ext>
                </a:extLst>
              </p:cNvPr>
              <p:cNvGrpSpPr/>
              <p:nvPr/>
            </p:nvGrpSpPr>
            <p:grpSpPr>
              <a:xfrm>
                <a:off x="1261069" y="5222973"/>
                <a:ext cx="408083" cy="393680"/>
                <a:chOff x="1261069" y="5222973"/>
                <a:chExt cx="408083" cy="393680"/>
              </a:xfrm>
              <a:noFill/>
            </p:grpSpPr>
            <p:sp>
              <p:nvSpPr>
                <p:cNvPr id="623" name="Freeform: Shape 622">
                  <a:extLst>
                    <a:ext uri="{FF2B5EF4-FFF2-40B4-BE49-F238E27FC236}">
                      <a16:creationId xmlns:a16="http://schemas.microsoft.com/office/drawing/2014/main" id="{9C22CC00-B4C6-D622-4E04-8B9721C86E1F}"/>
                    </a:ext>
                  </a:extLst>
                </p:cNvPr>
                <p:cNvSpPr/>
                <p:nvPr/>
              </p:nvSpPr>
              <p:spPr>
                <a:xfrm>
                  <a:off x="1261069" y="5261380"/>
                  <a:ext cx="408083" cy="288058"/>
                </a:xfrm>
                <a:custGeom>
                  <a:avLst/>
                  <a:gdLst>
                    <a:gd name="connsiteX0" fmla="*/ 1 w 408083"/>
                    <a:gd name="connsiteY0" fmla="*/ 1 h 288058"/>
                    <a:gd name="connsiteX1" fmla="*/ 408084 w 408083"/>
                    <a:gd name="connsiteY1" fmla="*/ 1 h 288058"/>
                    <a:gd name="connsiteX2" fmla="*/ 408084 w 408083"/>
                    <a:gd name="connsiteY2" fmla="*/ 288059 h 288058"/>
                    <a:gd name="connsiteX3" fmla="*/ 1 w 408083"/>
                    <a:gd name="connsiteY3" fmla="*/ 288059 h 2880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08083" h="288058">
                      <a:moveTo>
                        <a:pt x="1" y="1"/>
                      </a:moveTo>
                      <a:lnTo>
                        <a:pt x="408084" y="1"/>
                      </a:lnTo>
                      <a:lnTo>
                        <a:pt x="408084" y="288059"/>
                      </a:lnTo>
                      <a:lnTo>
                        <a:pt x="1" y="288059"/>
                      </a:lnTo>
                      <a:close/>
                    </a:path>
                  </a:pathLst>
                </a:custGeom>
                <a:noFill/>
                <a:ln w="959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pic>
              <p:nvPicPr>
                <p:cNvPr id="624" name="Picture 623">
                  <a:extLst>
                    <a:ext uri="{FF2B5EF4-FFF2-40B4-BE49-F238E27FC236}">
                      <a16:creationId xmlns:a16="http://schemas.microsoft.com/office/drawing/2014/main" id="{309D46F2-DD6C-6C3D-287F-E3045A787F5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265870" y="5222973"/>
                  <a:ext cx="393680" cy="393680"/>
                </a:xfrm>
                <a:custGeom>
                  <a:avLst/>
                  <a:gdLst>
                    <a:gd name="connsiteX0" fmla="*/ 0 w 393680"/>
                    <a:gd name="connsiteY0" fmla="*/ 0 h 393680"/>
                    <a:gd name="connsiteX1" fmla="*/ 393681 w 393680"/>
                    <a:gd name="connsiteY1" fmla="*/ 0 h 393680"/>
                    <a:gd name="connsiteX2" fmla="*/ 393681 w 393680"/>
                    <a:gd name="connsiteY2" fmla="*/ 393681 h 393680"/>
                    <a:gd name="connsiteX3" fmla="*/ 0 w 393680"/>
                    <a:gd name="connsiteY3" fmla="*/ 393681 h 3936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93680" h="393680">
                      <a:moveTo>
                        <a:pt x="0" y="0"/>
                      </a:moveTo>
                      <a:lnTo>
                        <a:pt x="393681" y="0"/>
                      </a:lnTo>
                      <a:lnTo>
                        <a:pt x="393681" y="393681"/>
                      </a:lnTo>
                      <a:lnTo>
                        <a:pt x="0" y="393681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601" name="Graphic 7">
                <a:extLst>
                  <a:ext uri="{FF2B5EF4-FFF2-40B4-BE49-F238E27FC236}">
                    <a16:creationId xmlns:a16="http://schemas.microsoft.com/office/drawing/2014/main" id="{BC0EC499-BA3D-5E63-1AEF-83ECDEC8062A}"/>
                  </a:ext>
                </a:extLst>
              </p:cNvPr>
              <p:cNvGrpSpPr/>
              <p:nvPr/>
            </p:nvGrpSpPr>
            <p:grpSpPr>
              <a:xfrm>
                <a:off x="982612" y="4440412"/>
                <a:ext cx="465695" cy="422486"/>
                <a:chOff x="982612" y="4440412"/>
                <a:chExt cx="465695" cy="422486"/>
              </a:xfrm>
              <a:noFill/>
            </p:grpSpPr>
            <p:sp>
              <p:nvSpPr>
                <p:cNvPr id="621" name="Freeform: Shape 620">
                  <a:extLst>
                    <a:ext uri="{FF2B5EF4-FFF2-40B4-BE49-F238E27FC236}">
                      <a16:creationId xmlns:a16="http://schemas.microsoft.com/office/drawing/2014/main" id="{6FA978A7-A620-BBE6-EEEF-64271F154866}"/>
                    </a:ext>
                  </a:extLst>
                </p:cNvPr>
                <p:cNvSpPr/>
                <p:nvPr/>
              </p:nvSpPr>
              <p:spPr>
                <a:xfrm>
                  <a:off x="982612" y="4493223"/>
                  <a:ext cx="465695" cy="288058"/>
                </a:xfrm>
                <a:custGeom>
                  <a:avLst/>
                  <a:gdLst>
                    <a:gd name="connsiteX0" fmla="*/ 1 w 465695"/>
                    <a:gd name="connsiteY0" fmla="*/ 1 h 288058"/>
                    <a:gd name="connsiteX1" fmla="*/ 465696 w 465695"/>
                    <a:gd name="connsiteY1" fmla="*/ 1 h 288058"/>
                    <a:gd name="connsiteX2" fmla="*/ 465696 w 465695"/>
                    <a:gd name="connsiteY2" fmla="*/ 288059 h 288058"/>
                    <a:gd name="connsiteX3" fmla="*/ 1 w 465695"/>
                    <a:gd name="connsiteY3" fmla="*/ 288059 h 2880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65695" h="288058">
                      <a:moveTo>
                        <a:pt x="1" y="1"/>
                      </a:moveTo>
                      <a:lnTo>
                        <a:pt x="465696" y="1"/>
                      </a:lnTo>
                      <a:lnTo>
                        <a:pt x="465696" y="288059"/>
                      </a:lnTo>
                      <a:lnTo>
                        <a:pt x="1" y="288059"/>
                      </a:lnTo>
                      <a:close/>
                    </a:path>
                  </a:pathLst>
                </a:custGeom>
                <a:noFill/>
                <a:ln w="959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pic>
              <p:nvPicPr>
                <p:cNvPr id="622" name="Picture 621">
                  <a:extLst>
                    <a:ext uri="{FF2B5EF4-FFF2-40B4-BE49-F238E27FC236}">
                      <a16:creationId xmlns:a16="http://schemas.microsoft.com/office/drawing/2014/main" id="{3FA52CAB-E00B-3AB2-73A4-899B8184977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87413" y="4440412"/>
                  <a:ext cx="451292" cy="422486"/>
                </a:xfrm>
                <a:custGeom>
                  <a:avLst/>
                  <a:gdLst>
                    <a:gd name="connsiteX0" fmla="*/ 0 w 451292"/>
                    <a:gd name="connsiteY0" fmla="*/ 0 h 422486"/>
                    <a:gd name="connsiteX1" fmla="*/ 451292 w 451292"/>
                    <a:gd name="connsiteY1" fmla="*/ 0 h 422486"/>
                    <a:gd name="connsiteX2" fmla="*/ 451292 w 451292"/>
                    <a:gd name="connsiteY2" fmla="*/ 422486 h 422486"/>
                    <a:gd name="connsiteX3" fmla="*/ 0 w 451292"/>
                    <a:gd name="connsiteY3" fmla="*/ 422486 h 4224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51292" h="422486">
                      <a:moveTo>
                        <a:pt x="0" y="0"/>
                      </a:moveTo>
                      <a:lnTo>
                        <a:pt x="451292" y="0"/>
                      </a:lnTo>
                      <a:lnTo>
                        <a:pt x="451292" y="422486"/>
                      </a:lnTo>
                      <a:lnTo>
                        <a:pt x="0" y="422486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602" name="Graphic 7">
                <a:extLst>
                  <a:ext uri="{FF2B5EF4-FFF2-40B4-BE49-F238E27FC236}">
                    <a16:creationId xmlns:a16="http://schemas.microsoft.com/office/drawing/2014/main" id="{BD048193-33D2-8E42-20BF-B4D239810910}"/>
                  </a:ext>
                </a:extLst>
              </p:cNvPr>
              <p:cNvGrpSpPr/>
              <p:nvPr/>
            </p:nvGrpSpPr>
            <p:grpSpPr>
              <a:xfrm>
                <a:off x="982612" y="5429415"/>
                <a:ext cx="446491" cy="422486"/>
                <a:chOff x="982612" y="5429415"/>
                <a:chExt cx="446491" cy="422486"/>
              </a:xfrm>
              <a:noFill/>
            </p:grpSpPr>
            <p:sp>
              <p:nvSpPr>
                <p:cNvPr id="619" name="Freeform: Shape 618">
                  <a:extLst>
                    <a:ext uri="{FF2B5EF4-FFF2-40B4-BE49-F238E27FC236}">
                      <a16:creationId xmlns:a16="http://schemas.microsoft.com/office/drawing/2014/main" id="{A8E1E4FC-51D2-2AD2-E81F-5DB6E9269878}"/>
                    </a:ext>
                  </a:extLst>
                </p:cNvPr>
                <p:cNvSpPr/>
                <p:nvPr/>
              </p:nvSpPr>
              <p:spPr>
                <a:xfrm>
                  <a:off x="982612" y="5482226"/>
                  <a:ext cx="446491" cy="288058"/>
                </a:xfrm>
                <a:custGeom>
                  <a:avLst/>
                  <a:gdLst>
                    <a:gd name="connsiteX0" fmla="*/ 1 w 446491"/>
                    <a:gd name="connsiteY0" fmla="*/ 1 h 288058"/>
                    <a:gd name="connsiteX1" fmla="*/ 446492 w 446491"/>
                    <a:gd name="connsiteY1" fmla="*/ 1 h 288058"/>
                    <a:gd name="connsiteX2" fmla="*/ 446492 w 446491"/>
                    <a:gd name="connsiteY2" fmla="*/ 288059 h 288058"/>
                    <a:gd name="connsiteX3" fmla="*/ 1 w 446491"/>
                    <a:gd name="connsiteY3" fmla="*/ 288059 h 2880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46491" h="288058">
                      <a:moveTo>
                        <a:pt x="1" y="1"/>
                      </a:moveTo>
                      <a:lnTo>
                        <a:pt x="446492" y="1"/>
                      </a:lnTo>
                      <a:lnTo>
                        <a:pt x="446492" y="288059"/>
                      </a:lnTo>
                      <a:lnTo>
                        <a:pt x="1" y="288059"/>
                      </a:lnTo>
                      <a:close/>
                    </a:path>
                  </a:pathLst>
                </a:custGeom>
                <a:noFill/>
                <a:ln w="959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pic>
              <p:nvPicPr>
                <p:cNvPr id="620" name="Picture 619">
                  <a:extLst>
                    <a:ext uri="{FF2B5EF4-FFF2-40B4-BE49-F238E27FC236}">
                      <a16:creationId xmlns:a16="http://schemas.microsoft.com/office/drawing/2014/main" id="{38D0AA80-06FE-199A-4DDD-AF0694E8823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87413" y="5429415"/>
                  <a:ext cx="432088" cy="422486"/>
                </a:xfrm>
                <a:custGeom>
                  <a:avLst/>
                  <a:gdLst>
                    <a:gd name="connsiteX0" fmla="*/ 0 w 432088"/>
                    <a:gd name="connsiteY0" fmla="*/ 0 h 422486"/>
                    <a:gd name="connsiteX1" fmla="*/ 432088 w 432088"/>
                    <a:gd name="connsiteY1" fmla="*/ 0 h 422486"/>
                    <a:gd name="connsiteX2" fmla="*/ 432088 w 432088"/>
                    <a:gd name="connsiteY2" fmla="*/ 422486 h 422486"/>
                    <a:gd name="connsiteX3" fmla="*/ 0 w 432088"/>
                    <a:gd name="connsiteY3" fmla="*/ 422486 h 4224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32088" h="422486">
                      <a:moveTo>
                        <a:pt x="0" y="0"/>
                      </a:moveTo>
                      <a:lnTo>
                        <a:pt x="432088" y="0"/>
                      </a:lnTo>
                      <a:lnTo>
                        <a:pt x="432088" y="422486"/>
                      </a:lnTo>
                      <a:lnTo>
                        <a:pt x="0" y="422486"/>
                      </a:lnTo>
                      <a:close/>
                    </a:path>
                  </a:pathLst>
                </a:custGeom>
              </p:spPr>
            </p:pic>
          </p:grpSp>
          <p:pic>
            <p:nvPicPr>
              <p:cNvPr id="603" name="Picture 602">
                <a:extLst>
                  <a:ext uri="{FF2B5EF4-FFF2-40B4-BE49-F238E27FC236}">
                    <a16:creationId xmlns:a16="http://schemas.microsoft.com/office/drawing/2014/main" id="{9413F319-07A8-4A75-005F-0003B82FB2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381708" y="5439017"/>
                <a:ext cx="240049" cy="422486"/>
              </a:xfrm>
              <a:custGeom>
                <a:avLst/>
                <a:gdLst>
                  <a:gd name="connsiteX0" fmla="*/ 0 w 240049"/>
                  <a:gd name="connsiteY0" fmla="*/ 0 h 422486"/>
                  <a:gd name="connsiteX1" fmla="*/ 240049 w 240049"/>
                  <a:gd name="connsiteY1" fmla="*/ 0 h 422486"/>
                  <a:gd name="connsiteX2" fmla="*/ 240049 w 240049"/>
                  <a:gd name="connsiteY2" fmla="*/ 422486 h 422486"/>
                  <a:gd name="connsiteX3" fmla="*/ 0 w 240049"/>
                  <a:gd name="connsiteY3" fmla="*/ 422486 h 4224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0049" h="422486">
                    <a:moveTo>
                      <a:pt x="0" y="0"/>
                    </a:moveTo>
                    <a:lnTo>
                      <a:pt x="240049" y="0"/>
                    </a:lnTo>
                    <a:lnTo>
                      <a:pt x="240049" y="422486"/>
                    </a:lnTo>
                    <a:lnTo>
                      <a:pt x="0" y="422486"/>
                    </a:lnTo>
                    <a:close/>
                  </a:path>
                </a:pathLst>
              </a:custGeom>
            </p:spPr>
          </p:pic>
          <p:grpSp>
            <p:nvGrpSpPr>
              <p:cNvPr id="604" name="Graphic 7">
                <a:extLst>
                  <a:ext uri="{FF2B5EF4-FFF2-40B4-BE49-F238E27FC236}">
                    <a16:creationId xmlns:a16="http://schemas.microsoft.com/office/drawing/2014/main" id="{DBF59901-E082-B0A7-973E-9636D39DE509}"/>
                  </a:ext>
                </a:extLst>
              </p:cNvPr>
              <p:cNvGrpSpPr/>
              <p:nvPr/>
            </p:nvGrpSpPr>
            <p:grpSpPr>
              <a:xfrm>
                <a:off x="4957826" y="5050137"/>
                <a:ext cx="672137" cy="576117"/>
                <a:chOff x="4957826" y="5050137"/>
                <a:chExt cx="672137" cy="576117"/>
              </a:xfrm>
              <a:noFill/>
            </p:grpSpPr>
            <p:sp>
              <p:nvSpPr>
                <p:cNvPr id="617" name="Freeform: Shape 616">
                  <a:extLst>
                    <a:ext uri="{FF2B5EF4-FFF2-40B4-BE49-F238E27FC236}">
                      <a16:creationId xmlns:a16="http://schemas.microsoft.com/office/drawing/2014/main" id="{AB4C6DB3-1799-3237-4C7D-AB6A17F9102C}"/>
                    </a:ext>
                  </a:extLst>
                </p:cNvPr>
                <p:cNvSpPr/>
                <p:nvPr/>
              </p:nvSpPr>
              <p:spPr>
                <a:xfrm>
                  <a:off x="4957826" y="5050137"/>
                  <a:ext cx="672137" cy="576117"/>
                </a:xfrm>
                <a:custGeom>
                  <a:avLst/>
                  <a:gdLst>
                    <a:gd name="connsiteX0" fmla="*/ 1 w 672137"/>
                    <a:gd name="connsiteY0" fmla="*/ 1 h 576117"/>
                    <a:gd name="connsiteX1" fmla="*/ 672138 w 672137"/>
                    <a:gd name="connsiteY1" fmla="*/ 1 h 576117"/>
                    <a:gd name="connsiteX2" fmla="*/ 672138 w 672137"/>
                    <a:gd name="connsiteY2" fmla="*/ 576118 h 576117"/>
                    <a:gd name="connsiteX3" fmla="*/ 1 w 672137"/>
                    <a:gd name="connsiteY3" fmla="*/ 576118 h 5761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72137" h="576117">
                      <a:moveTo>
                        <a:pt x="1" y="1"/>
                      </a:moveTo>
                      <a:lnTo>
                        <a:pt x="672138" y="1"/>
                      </a:lnTo>
                      <a:lnTo>
                        <a:pt x="672138" y="576118"/>
                      </a:lnTo>
                      <a:lnTo>
                        <a:pt x="1" y="576118"/>
                      </a:lnTo>
                      <a:close/>
                    </a:path>
                  </a:pathLst>
                </a:custGeom>
                <a:noFill/>
                <a:ln w="959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pic>
              <p:nvPicPr>
                <p:cNvPr id="618" name="Picture 617">
                  <a:extLst>
                    <a:ext uri="{FF2B5EF4-FFF2-40B4-BE49-F238E27FC236}">
                      <a16:creationId xmlns:a16="http://schemas.microsoft.com/office/drawing/2014/main" id="{77E966E8-8468-90AA-F924-A1A3E8C1940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972228" y="5117351"/>
                  <a:ext cx="652933" cy="374476"/>
                </a:xfrm>
                <a:custGeom>
                  <a:avLst/>
                  <a:gdLst>
                    <a:gd name="connsiteX0" fmla="*/ 0 w 652933"/>
                    <a:gd name="connsiteY0" fmla="*/ 0 h 374476"/>
                    <a:gd name="connsiteX1" fmla="*/ 652934 w 652933"/>
                    <a:gd name="connsiteY1" fmla="*/ 0 h 374476"/>
                    <a:gd name="connsiteX2" fmla="*/ 652934 w 652933"/>
                    <a:gd name="connsiteY2" fmla="*/ 374477 h 374476"/>
                    <a:gd name="connsiteX3" fmla="*/ 0 w 652933"/>
                    <a:gd name="connsiteY3" fmla="*/ 374477 h 37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52933" h="374476">
                      <a:moveTo>
                        <a:pt x="0" y="0"/>
                      </a:moveTo>
                      <a:lnTo>
                        <a:pt x="652934" y="0"/>
                      </a:lnTo>
                      <a:lnTo>
                        <a:pt x="652934" y="374477"/>
                      </a:lnTo>
                      <a:lnTo>
                        <a:pt x="0" y="374477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605" name="Graphic 7">
                <a:extLst>
                  <a:ext uri="{FF2B5EF4-FFF2-40B4-BE49-F238E27FC236}">
                    <a16:creationId xmlns:a16="http://schemas.microsoft.com/office/drawing/2014/main" id="{FC1350A0-C0F2-36D9-6778-827CB659D38A}"/>
                  </a:ext>
                </a:extLst>
              </p:cNvPr>
              <p:cNvGrpSpPr/>
              <p:nvPr/>
            </p:nvGrpSpPr>
            <p:grpSpPr>
              <a:xfrm>
                <a:off x="5101855" y="4906108"/>
                <a:ext cx="38407" cy="200489"/>
                <a:chOff x="5101855" y="4906108"/>
                <a:chExt cx="38407" cy="200489"/>
              </a:xfrm>
            </p:grpSpPr>
            <p:sp>
              <p:nvSpPr>
                <p:cNvPr id="615" name="Freeform: Shape 614">
                  <a:extLst>
                    <a:ext uri="{FF2B5EF4-FFF2-40B4-BE49-F238E27FC236}">
                      <a16:creationId xmlns:a16="http://schemas.microsoft.com/office/drawing/2014/main" id="{0BCE3255-6D6F-D756-FBF1-F984DEEAD760}"/>
                    </a:ext>
                  </a:extLst>
                </p:cNvPr>
                <p:cNvSpPr/>
                <p:nvPr/>
              </p:nvSpPr>
              <p:spPr>
                <a:xfrm>
                  <a:off x="5121059" y="4906108"/>
                  <a:ext cx="9601" cy="142877"/>
                </a:xfrm>
                <a:custGeom>
                  <a:avLst/>
                  <a:gdLst>
                    <a:gd name="connsiteX0" fmla="*/ 1 w 9601"/>
                    <a:gd name="connsiteY0" fmla="*/ 1 h 142877"/>
                    <a:gd name="connsiteX1" fmla="*/ 1 w 9601"/>
                    <a:gd name="connsiteY1" fmla="*/ 142878 h 1428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9601" h="142877">
                      <a:moveTo>
                        <a:pt x="1" y="1"/>
                      </a:moveTo>
                      <a:lnTo>
                        <a:pt x="1" y="142878"/>
                      </a:lnTo>
                    </a:path>
                  </a:pathLst>
                </a:custGeom>
                <a:noFill/>
                <a:ln w="9598" cap="flat">
                  <a:solidFill>
                    <a:srgbClr val="FF00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16" name="Freeform: Shape 615">
                  <a:extLst>
                    <a:ext uri="{FF2B5EF4-FFF2-40B4-BE49-F238E27FC236}">
                      <a16:creationId xmlns:a16="http://schemas.microsoft.com/office/drawing/2014/main" id="{D7EE888C-56D1-121A-44B0-C17DB8262D5B}"/>
                    </a:ext>
                  </a:extLst>
                </p:cNvPr>
                <p:cNvSpPr/>
                <p:nvPr/>
              </p:nvSpPr>
              <p:spPr>
                <a:xfrm>
                  <a:off x="5101855" y="5048985"/>
                  <a:ext cx="38407" cy="57611"/>
                </a:xfrm>
                <a:custGeom>
                  <a:avLst/>
                  <a:gdLst>
                    <a:gd name="connsiteX0" fmla="*/ 19204 w 38407"/>
                    <a:gd name="connsiteY0" fmla="*/ 57612 h 57611"/>
                    <a:gd name="connsiteX1" fmla="*/ 1 w 38407"/>
                    <a:gd name="connsiteY1" fmla="*/ 1 h 57611"/>
                    <a:gd name="connsiteX2" fmla="*/ 38408 w 38407"/>
                    <a:gd name="connsiteY2" fmla="*/ 1 h 576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8407" h="57611">
                      <a:moveTo>
                        <a:pt x="19204" y="57612"/>
                      </a:moveTo>
                      <a:lnTo>
                        <a:pt x="1" y="1"/>
                      </a:lnTo>
                      <a:lnTo>
                        <a:pt x="38408" y="1"/>
                      </a:lnTo>
                      <a:close/>
                    </a:path>
                  </a:pathLst>
                </a:custGeom>
                <a:solidFill>
                  <a:srgbClr val="FF00FF"/>
                </a:solidFill>
                <a:ln w="9598" cap="flat">
                  <a:solidFill>
                    <a:srgbClr val="FF00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606" name="Graphic 7">
                <a:extLst>
                  <a:ext uri="{FF2B5EF4-FFF2-40B4-BE49-F238E27FC236}">
                    <a16:creationId xmlns:a16="http://schemas.microsoft.com/office/drawing/2014/main" id="{727A6CF8-B810-A92F-1FBE-3E8282811B81}"/>
                  </a:ext>
                </a:extLst>
              </p:cNvPr>
              <p:cNvGrpSpPr/>
              <p:nvPr/>
            </p:nvGrpSpPr>
            <p:grpSpPr>
              <a:xfrm>
                <a:off x="5140263" y="4790884"/>
                <a:ext cx="134427" cy="393680"/>
                <a:chOff x="5140263" y="4790884"/>
                <a:chExt cx="134427" cy="393680"/>
              </a:xfrm>
              <a:noFill/>
            </p:grpSpPr>
            <p:sp>
              <p:nvSpPr>
                <p:cNvPr id="613" name="Freeform: Shape 612">
                  <a:extLst>
                    <a:ext uri="{FF2B5EF4-FFF2-40B4-BE49-F238E27FC236}">
                      <a16:creationId xmlns:a16="http://schemas.microsoft.com/office/drawing/2014/main" id="{1E21D62D-F81F-33DB-CE65-29686B5B47D7}"/>
                    </a:ext>
                  </a:extLst>
                </p:cNvPr>
                <p:cNvSpPr/>
                <p:nvPr/>
              </p:nvSpPr>
              <p:spPr>
                <a:xfrm>
                  <a:off x="5140263" y="4829292"/>
                  <a:ext cx="134427" cy="288058"/>
                </a:xfrm>
                <a:custGeom>
                  <a:avLst/>
                  <a:gdLst>
                    <a:gd name="connsiteX0" fmla="*/ 1 w 134427"/>
                    <a:gd name="connsiteY0" fmla="*/ 1 h 288058"/>
                    <a:gd name="connsiteX1" fmla="*/ 134428 w 134427"/>
                    <a:gd name="connsiteY1" fmla="*/ 1 h 288058"/>
                    <a:gd name="connsiteX2" fmla="*/ 134428 w 134427"/>
                    <a:gd name="connsiteY2" fmla="*/ 288059 h 288058"/>
                    <a:gd name="connsiteX3" fmla="*/ 1 w 134427"/>
                    <a:gd name="connsiteY3" fmla="*/ 288059 h 2880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4427" h="288058">
                      <a:moveTo>
                        <a:pt x="1" y="1"/>
                      </a:moveTo>
                      <a:lnTo>
                        <a:pt x="134428" y="1"/>
                      </a:lnTo>
                      <a:lnTo>
                        <a:pt x="134428" y="288059"/>
                      </a:lnTo>
                      <a:lnTo>
                        <a:pt x="1" y="288059"/>
                      </a:lnTo>
                      <a:close/>
                    </a:path>
                  </a:pathLst>
                </a:custGeom>
                <a:noFill/>
                <a:ln w="959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pic>
              <p:nvPicPr>
                <p:cNvPr id="614" name="Picture 613">
                  <a:extLst>
                    <a:ext uri="{FF2B5EF4-FFF2-40B4-BE49-F238E27FC236}">
                      <a16:creationId xmlns:a16="http://schemas.microsoft.com/office/drawing/2014/main" id="{4394B0DE-F6A4-65B8-DBC7-DF78494C7EF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145064" y="4790884"/>
                  <a:ext cx="115223" cy="393680"/>
                </a:xfrm>
                <a:custGeom>
                  <a:avLst/>
                  <a:gdLst>
                    <a:gd name="connsiteX0" fmla="*/ 0 w 115223"/>
                    <a:gd name="connsiteY0" fmla="*/ 0 h 393680"/>
                    <a:gd name="connsiteX1" fmla="*/ 115224 w 115223"/>
                    <a:gd name="connsiteY1" fmla="*/ 0 h 393680"/>
                    <a:gd name="connsiteX2" fmla="*/ 115224 w 115223"/>
                    <a:gd name="connsiteY2" fmla="*/ 393681 h 393680"/>
                    <a:gd name="connsiteX3" fmla="*/ 0 w 115223"/>
                    <a:gd name="connsiteY3" fmla="*/ 393681 h 3936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5223" h="393680">
                      <a:moveTo>
                        <a:pt x="0" y="0"/>
                      </a:moveTo>
                      <a:lnTo>
                        <a:pt x="115224" y="0"/>
                      </a:lnTo>
                      <a:lnTo>
                        <a:pt x="115224" y="393681"/>
                      </a:lnTo>
                      <a:lnTo>
                        <a:pt x="0" y="393681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607" name="Graphic 7">
                <a:extLst>
                  <a:ext uri="{FF2B5EF4-FFF2-40B4-BE49-F238E27FC236}">
                    <a16:creationId xmlns:a16="http://schemas.microsoft.com/office/drawing/2014/main" id="{ED9F21CA-AD47-6E2A-B1ED-007BDCD5B2AA}"/>
                  </a:ext>
                </a:extLst>
              </p:cNvPr>
              <p:cNvGrpSpPr/>
              <p:nvPr/>
            </p:nvGrpSpPr>
            <p:grpSpPr>
              <a:xfrm>
                <a:off x="876991" y="4906108"/>
                <a:ext cx="384078" cy="316864"/>
                <a:chOff x="876991" y="4906108"/>
                <a:chExt cx="384078" cy="316864"/>
              </a:xfrm>
              <a:solidFill>
                <a:srgbClr val="FFFFFF"/>
              </a:solidFill>
            </p:grpSpPr>
            <p:sp>
              <p:nvSpPr>
                <p:cNvPr id="611" name="Freeform: Shape 610">
                  <a:extLst>
                    <a:ext uri="{FF2B5EF4-FFF2-40B4-BE49-F238E27FC236}">
                      <a16:creationId xmlns:a16="http://schemas.microsoft.com/office/drawing/2014/main" id="{66EA7CC4-A574-C346-632E-1AA974090DD1}"/>
                    </a:ext>
                  </a:extLst>
                </p:cNvPr>
                <p:cNvSpPr/>
                <p:nvPr/>
              </p:nvSpPr>
              <p:spPr>
                <a:xfrm>
                  <a:off x="876991" y="4906108"/>
                  <a:ext cx="384078" cy="278456"/>
                </a:xfrm>
                <a:custGeom>
                  <a:avLst/>
                  <a:gdLst>
                    <a:gd name="connsiteX0" fmla="*/ 1 w 384078"/>
                    <a:gd name="connsiteY0" fmla="*/ 1 h 278456"/>
                    <a:gd name="connsiteX1" fmla="*/ 384079 w 384078"/>
                    <a:gd name="connsiteY1" fmla="*/ 1 h 278456"/>
                    <a:gd name="connsiteX2" fmla="*/ 384079 w 384078"/>
                    <a:gd name="connsiteY2" fmla="*/ 278457 h 278456"/>
                    <a:gd name="connsiteX3" fmla="*/ 1 w 384078"/>
                    <a:gd name="connsiteY3" fmla="*/ 278457 h 2784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84078" h="278456">
                      <a:moveTo>
                        <a:pt x="1" y="1"/>
                      </a:moveTo>
                      <a:lnTo>
                        <a:pt x="384079" y="1"/>
                      </a:lnTo>
                      <a:lnTo>
                        <a:pt x="384079" y="278457"/>
                      </a:lnTo>
                      <a:lnTo>
                        <a:pt x="1" y="27845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pic>
              <p:nvPicPr>
                <p:cNvPr id="612" name="Picture 611">
                  <a:extLst>
                    <a:ext uri="{FF2B5EF4-FFF2-40B4-BE49-F238E27FC236}">
                      <a16:creationId xmlns:a16="http://schemas.microsoft.com/office/drawing/2014/main" id="{62C13851-D4A5-A28C-C67B-1C6F932295D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81792" y="4906108"/>
                  <a:ext cx="364874" cy="316864"/>
                </a:xfrm>
                <a:custGeom>
                  <a:avLst/>
                  <a:gdLst>
                    <a:gd name="connsiteX0" fmla="*/ 0 w 364874"/>
                    <a:gd name="connsiteY0" fmla="*/ 0 h 316864"/>
                    <a:gd name="connsiteX1" fmla="*/ 364875 w 364874"/>
                    <a:gd name="connsiteY1" fmla="*/ 0 h 316864"/>
                    <a:gd name="connsiteX2" fmla="*/ 364875 w 364874"/>
                    <a:gd name="connsiteY2" fmla="*/ 316865 h 316864"/>
                    <a:gd name="connsiteX3" fmla="*/ 0 w 364874"/>
                    <a:gd name="connsiteY3" fmla="*/ 316865 h 3168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64874" h="316864">
                      <a:moveTo>
                        <a:pt x="0" y="0"/>
                      </a:moveTo>
                      <a:lnTo>
                        <a:pt x="364875" y="0"/>
                      </a:lnTo>
                      <a:lnTo>
                        <a:pt x="364875" y="316865"/>
                      </a:lnTo>
                      <a:lnTo>
                        <a:pt x="0" y="316865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608" name="Graphic 7">
                <a:extLst>
                  <a:ext uri="{FF2B5EF4-FFF2-40B4-BE49-F238E27FC236}">
                    <a16:creationId xmlns:a16="http://schemas.microsoft.com/office/drawing/2014/main" id="{0917AB75-7C69-9392-F4BB-E1232115D9F7}"/>
                  </a:ext>
                </a:extLst>
              </p:cNvPr>
              <p:cNvGrpSpPr/>
              <p:nvPr/>
            </p:nvGrpSpPr>
            <p:grpSpPr>
              <a:xfrm>
                <a:off x="1261069" y="4844847"/>
                <a:ext cx="451292" cy="200489"/>
                <a:chOff x="1261069" y="4844847"/>
                <a:chExt cx="451292" cy="200489"/>
              </a:xfrm>
            </p:grpSpPr>
            <p:sp>
              <p:nvSpPr>
                <p:cNvPr id="609" name="Freeform: Shape 608">
                  <a:extLst>
                    <a:ext uri="{FF2B5EF4-FFF2-40B4-BE49-F238E27FC236}">
                      <a16:creationId xmlns:a16="http://schemas.microsoft.com/office/drawing/2014/main" id="{4F3FB661-05E3-B889-FB0F-57696B7C8F6A}"/>
                    </a:ext>
                  </a:extLst>
                </p:cNvPr>
                <p:cNvSpPr/>
                <p:nvPr/>
              </p:nvSpPr>
              <p:spPr>
                <a:xfrm>
                  <a:off x="1261069" y="4902459"/>
                  <a:ext cx="432088" cy="142877"/>
                </a:xfrm>
                <a:custGeom>
                  <a:avLst/>
                  <a:gdLst>
                    <a:gd name="connsiteX0" fmla="*/ 1 w 432088"/>
                    <a:gd name="connsiteY0" fmla="*/ 142878 h 142877"/>
                    <a:gd name="connsiteX1" fmla="*/ 432089 w 432088"/>
                    <a:gd name="connsiteY1" fmla="*/ 142878 h 142877"/>
                    <a:gd name="connsiteX2" fmla="*/ 432089 w 432088"/>
                    <a:gd name="connsiteY2" fmla="*/ 1 h 1428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32088" h="142877">
                      <a:moveTo>
                        <a:pt x="1" y="142878"/>
                      </a:moveTo>
                      <a:lnTo>
                        <a:pt x="432089" y="142878"/>
                      </a:lnTo>
                      <a:lnTo>
                        <a:pt x="432089" y="1"/>
                      </a:lnTo>
                    </a:path>
                  </a:pathLst>
                </a:custGeom>
                <a:noFill/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10" name="Freeform: Shape 609">
                  <a:extLst>
                    <a:ext uri="{FF2B5EF4-FFF2-40B4-BE49-F238E27FC236}">
                      <a16:creationId xmlns:a16="http://schemas.microsoft.com/office/drawing/2014/main" id="{9C499733-051A-C201-9A8E-DCF8B19C3924}"/>
                    </a:ext>
                  </a:extLst>
                </p:cNvPr>
                <p:cNvSpPr/>
                <p:nvPr/>
              </p:nvSpPr>
              <p:spPr>
                <a:xfrm>
                  <a:off x="1673954" y="4844847"/>
                  <a:ext cx="38407" cy="57611"/>
                </a:xfrm>
                <a:custGeom>
                  <a:avLst/>
                  <a:gdLst>
                    <a:gd name="connsiteX0" fmla="*/ 19204 w 38407"/>
                    <a:gd name="connsiteY0" fmla="*/ 1 h 57611"/>
                    <a:gd name="connsiteX1" fmla="*/ 38408 w 38407"/>
                    <a:gd name="connsiteY1" fmla="*/ 57612 h 57611"/>
                    <a:gd name="connsiteX2" fmla="*/ 1 w 38407"/>
                    <a:gd name="connsiteY2" fmla="*/ 57612 h 576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8407" h="57611">
                      <a:moveTo>
                        <a:pt x="19204" y="1"/>
                      </a:moveTo>
                      <a:lnTo>
                        <a:pt x="38408" y="57612"/>
                      </a:lnTo>
                      <a:lnTo>
                        <a:pt x="1" y="576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547" name="Graphic 7">
              <a:extLst>
                <a:ext uri="{FF2B5EF4-FFF2-40B4-BE49-F238E27FC236}">
                  <a16:creationId xmlns:a16="http://schemas.microsoft.com/office/drawing/2014/main" id="{F4AD9BCC-C792-AF1B-FBB6-885D55D791AD}"/>
                </a:ext>
              </a:extLst>
            </p:cNvPr>
            <p:cNvGrpSpPr/>
            <p:nvPr/>
          </p:nvGrpSpPr>
          <p:grpSpPr>
            <a:xfrm>
              <a:off x="550524" y="4727884"/>
              <a:ext cx="336068" cy="393680"/>
              <a:chOff x="550524" y="4727884"/>
              <a:chExt cx="336068" cy="393680"/>
            </a:xfrm>
            <a:noFill/>
          </p:grpSpPr>
          <p:sp>
            <p:nvSpPr>
              <p:cNvPr id="548" name="Freeform: Shape 547">
                <a:extLst>
                  <a:ext uri="{FF2B5EF4-FFF2-40B4-BE49-F238E27FC236}">
                    <a16:creationId xmlns:a16="http://schemas.microsoft.com/office/drawing/2014/main" id="{FD542835-30A6-4E7C-DE11-D5A878A48627}"/>
                  </a:ext>
                </a:extLst>
              </p:cNvPr>
              <p:cNvSpPr/>
              <p:nvPr/>
            </p:nvSpPr>
            <p:spPr>
              <a:xfrm>
                <a:off x="550524" y="4781282"/>
                <a:ext cx="336068" cy="288058"/>
              </a:xfrm>
              <a:custGeom>
                <a:avLst/>
                <a:gdLst>
                  <a:gd name="connsiteX0" fmla="*/ 1 w 336068"/>
                  <a:gd name="connsiteY0" fmla="*/ 1 h 288058"/>
                  <a:gd name="connsiteX1" fmla="*/ 336069 w 336068"/>
                  <a:gd name="connsiteY1" fmla="*/ 1 h 288058"/>
                  <a:gd name="connsiteX2" fmla="*/ 336069 w 336068"/>
                  <a:gd name="connsiteY2" fmla="*/ 288059 h 288058"/>
                  <a:gd name="connsiteX3" fmla="*/ 1 w 336068"/>
                  <a:gd name="connsiteY3" fmla="*/ 288059 h 2880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36068" h="288058">
                    <a:moveTo>
                      <a:pt x="1" y="1"/>
                    </a:moveTo>
                    <a:lnTo>
                      <a:pt x="336069" y="1"/>
                    </a:lnTo>
                    <a:lnTo>
                      <a:pt x="336069" y="288059"/>
                    </a:lnTo>
                    <a:lnTo>
                      <a:pt x="1" y="288059"/>
                    </a:lnTo>
                    <a:close/>
                  </a:path>
                </a:pathLst>
              </a:custGeom>
              <a:noFill/>
              <a:ln w="95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pic>
            <p:nvPicPr>
              <p:cNvPr id="549" name="Picture 548">
                <a:extLst>
                  <a:ext uri="{FF2B5EF4-FFF2-40B4-BE49-F238E27FC236}">
                    <a16:creationId xmlns:a16="http://schemas.microsoft.com/office/drawing/2014/main" id="{EA993F18-7166-34CF-DA64-51C96BA1EA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54688" y="4727884"/>
                <a:ext cx="316864" cy="393680"/>
              </a:xfrm>
              <a:custGeom>
                <a:avLst/>
                <a:gdLst>
                  <a:gd name="connsiteX0" fmla="*/ 0 w 316864"/>
                  <a:gd name="connsiteY0" fmla="*/ 0 h 393680"/>
                  <a:gd name="connsiteX1" fmla="*/ 316865 w 316864"/>
                  <a:gd name="connsiteY1" fmla="*/ 0 h 393680"/>
                  <a:gd name="connsiteX2" fmla="*/ 316865 w 316864"/>
                  <a:gd name="connsiteY2" fmla="*/ 393681 h 393680"/>
                  <a:gd name="connsiteX3" fmla="*/ 0 w 316864"/>
                  <a:gd name="connsiteY3" fmla="*/ 393681 h 393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16864" h="393680">
                    <a:moveTo>
                      <a:pt x="0" y="0"/>
                    </a:moveTo>
                    <a:lnTo>
                      <a:pt x="316865" y="0"/>
                    </a:lnTo>
                    <a:lnTo>
                      <a:pt x="316865" y="393681"/>
                    </a:lnTo>
                    <a:lnTo>
                      <a:pt x="0" y="393681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739" name="Graphic 7">
            <a:extLst>
              <a:ext uri="{FF2B5EF4-FFF2-40B4-BE49-F238E27FC236}">
                <a16:creationId xmlns:a16="http://schemas.microsoft.com/office/drawing/2014/main" id="{D52A669C-694F-DE21-E3FE-D5E7747E437A}"/>
              </a:ext>
            </a:extLst>
          </p:cNvPr>
          <p:cNvGrpSpPr/>
          <p:nvPr/>
        </p:nvGrpSpPr>
        <p:grpSpPr>
          <a:xfrm>
            <a:off x="8979697" y="5110507"/>
            <a:ext cx="3216658" cy="1104225"/>
            <a:chOff x="108833" y="2966511"/>
            <a:chExt cx="3216658" cy="1104225"/>
          </a:xfrm>
        </p:grpSpPr>
        <p:grpSp>
          <p:nvGrpSpPr>
            <p:cNvPr id="740" name="Graphic 7">
              <a:extLst>
                <a:ext uri="{FF2B5EF4-FFF2-40B4-BE49-F238E27FC236}">
                  <a16:creationId xmlns:a16="http://schemas.microsoft.com/office/drawing/2014/main" id="{5D371BF0-0F28-D154-E1F7-AF7A27F2190B}"/>
                </a:ext>
              </a:extLst>
            </p:cNvPr>
            <p:cNvGrpSpPr/>
            <p:nvPr/>
          </p:nvGrpSpPr>
          <p:grpSpPr>
            <a:xfrm>
              <a:off x="108833" y="3172953"/>
              <a:ext cx="576117" cy="403282"/>
              <a:chOff x="108833" y="3172953"/>
              <a:chExt cx="576117" cy="403282"/>
            </a:xfrm>
            <a:noFill/>
          </p:grpSpPr>
          <p:sp>
            <p:nvSpPr>
              <p:cNvPr id="796" name="Freeform: Shape 795">
                <a:extLst>
                  <a:ext uri="{FF2B5EF4-FFF2-40B4-BE49-F238E27FC236}">
                    <a16:creationId xmlns:a16="http://schemas.microsoft.com/office/drawing/2014/main" id="{074F418C-71A7-F69A-42D3-C1D49205B66A}"/>
                  </a:ext>
                </a:extLst>
              </p:cNvPr>
              <p:cNvSpPr/>
              <p:nvPr/>
            </p:nvSpPr>
            <p:spPr>
              <a:xfrm>
                <a:off x="108833" y="3216162"/>
                <a:ext cx="576117" cy="278456"/>
              </a:xfrm>
              <a:custGeom>
                <a:avLst/>
                <a:gdLst>
                  <a:gd name="connsiteX0" fmla="*/ 1 w 576117"/>
                  <a:gd name="connsiteY0" fmla="*/ 1 h 278456"/>
                  <a:gd name="connsiteX1" fmla="*/ 576118 w 576117"/>
                  <a:gd name="connsiteY1" fmla="*/ 1 h 278456"/>
                  <a:gd name="connsiteX2" fmla="*/ 576118 w 576117"/>
                  <a:gd name="connsiteY2" fmla="*/ 278457 h 278456"/>
                  <a:gd name="connsiteX3" fmla="*/ 1 w 576117"/>
                  <a:gd name="connsiteY3" fmla="*/ 278457 h 2784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6117" h="278456">
                    <a:moveTo>
                      <a:pt x="1" y="1"/>
                    </a:moveTo>
                    <a:lnTo>
                      <a:pt x="576118" y="1"/>
                    </a:lnTo>
                    <a:lnTo>
                      <a:pt x="576118" y="278457"/>
                    </a:lnTo>
                    <a:lnTo>
                      <a:pt x="1" y="278457"/>
                    </a:lnTo>
                    <a:close/>
                  </a:path>
                </a:pathLst>
              </a:custGeom>
              <a:noFill/>
              <a:ln w="95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pic>
            <p:nvPicPr>
              <p:cNvPr id="797" name="Picture 796">
                <a:extLst>
                  <a:ext uri="{FF2B5EF4-FFF2-40B4-BE49-F238E27FC236}">
                    <a16:creationId xmlns:a16="http://schemas.microsoft.com/office/drawing/2014/main" id="{2BB3F71E-5D5A-D83C-FAAF-2598749999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13634" y="3172953"/>
                <a:ext cx="556913" cy="403282"/>
              </a:xfrm>
              <a:custGeom>
                <a:avLst/>
                <a:gdLst>
                  <a:gd name="connsiteX0" fmla="*/ 0 w 556913"/>
                  <a:gd name="connsiteY0" fmla="*/ 0 h 403282"/>
                  <a:gd name="connsiteX1" fmla="*/ 556914 w 556913"/>
                  <a:gd name="connsiteY1" fmla="*/ 0 h 403282"/>
                  <a:gd name="connsiteX2" fmla="*/ 556914 w 556913"/>
                  <a:gd name="connsiteY2" fmla="*/ 403283 h 403282"/>
                  <a:gd name="connsiteX3" fmla="*/ 0 w 556913"/>
                  <a:gd name="connsiteY3" fmla="*/ 403283 h 4032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6913" h="403282">
                    <a:moveTo>
                      <a:pt x="0" y="0"/>
                    </a:moveTo>
                    <a:lnTo>
                      <a:pt x="556914" y="0"/>
                    </a:lnTo>
                    <a:lnTo>
                      <a:pt x="556914" y="403283"/>
                    </a:lnTo>
                    <a:lnTo>
                      <a:pt x="0" y="403283"/>
                    </a:lnTo>
                    <a:close/>
                  </a:path>
                </a:pathLst>
              </a:custGeom>
            </p:spPr>
          </p:pic>
        </p:grpSp>
        <p:grpSp>
          <p:nvGrpSpPr>
            <p:cNvPr id="741" name="Graphic 7">
              <a:extLst>
                <a:ext uri="{FF2B5EF4-FFF2-40B4-BE49-F238E27FC236}">
                  <a16:creationId xmlns:a16="http://schemas.microsoft.com/office/drawing/2014/main" id="{338253B1-CCE1-E7D1-36A5-84F0AAF39AB8}"/>
                </a:ext>
              </a:extLst>
            </p:cNvPr>
            <p:cNvGrpSpPr/>
            <p:nvPr/>
          </p:nvGrpSpPr>
          <p:grpSpPr>
            <a:xfrm>
              <a:off x="502514" y="3379395"/>
              <a:ext cx="277304" cy="38407"/>
              <a:chOff x="502514" y="3379395"/>
              <a:chExt cx="277304" cy="38407"/>
            </a:xfrm>
          </p:grpSpPr>
          <p:sp>
            <p:nvSpPr>
              <p:cNvPr id="794" name="Freeform: Shape 793">
                <a:extLst>
                  <a:ext uri="{FF2B5EF4-FFF2-40B4-BE49-F238E27FC236}">
                    <a16:creationId xmlns:a16="http://schemas.microsoft.com/office/drawing/2014/main" id="{244D8376-B544-B707-54DB-4F5F8C6D4A00}"/>
                  </a:ext>
                </a:extLst>
              </p:cNvPr>
              <p:cNvSpPr/>
              <p:nvPr/>
            </p:nvSpPr>
            <p:spPr>
              <a:xfrm>
                <a:off x="502514" y="3398599"/>
                <a:ext cx="219692" cy="9601"/>
              </a:xfrm>
              <a:custGeom>
                <a:avLst/>
                <a:gdLst>
                  <a:gd name="connsiteX0" fmla="*/ 1 w 219692"/>
                  <a:gd name="connsiteY0" fmla="*/ 1 h 9601"/>
                  <a:gd name="connsiteX1" fmla="*/ 219693 w 219692"/>
                  <a:gd name="connsiteY1" fmla="*/ 1 h 9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19692" h="9601">
                    <a:moveTo>
                      <a:pt x="1" y="1"/>
                    </a:moveTo>
                    <a:lnTo>
                      <a:pt x="219693" y="1"/>
                    </a:lnTo>
                  </a:path>
                </a:pathLst>
              </a:custGeom>
              <a:noFill/>
              <a:ln w="9598" cap="flat">
                <a:solidFill>
                  <a:srgbClr val="007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5" name="Freeform: Shape 794">
                <a:extLst>
                  <a:ext uri="{FF2B5EF4-FFF2-40B4-BE49-F238E27FC236}">
                    <a16:creationId xmlns:a16="http://schemas.microsoft.com/office/drawing/2014/main" id="{C319945E-7597-47F2-18AF-2F4735B8F2E2}"/>
                  </a:ext>
                </a:extLst>
              </p:cNvPr>
              <p:cNvSpPr/>
              <p:nvPr/>
            </p:nvSpPr>
            <p:spPr>
              <a:xfrm>
                <a:off x="722207" y="3379395"/>
                <a:ext cx="57611" cy="38407"/>
              </a:xfrm>
              <a:custGeom>
                <a:avLst/>
                <a:gdLst>
                  <a:gd name="connsiteX0" fmla="*/ 57612 w 57611"/>
                  <a:gd name="connsiteY0" fmla="*/ 19204 h 38407"/>
                  <a:gd name="connsiteX1" fmla="*/ 1 w 57611"/>
                  <a:gd name="connsiteY1" fmla="*/ 38408 h 38407"/>
                  <a:gd name="connsiteX2" fmla="*/ 1 w 57611"/>
                  <a:gd name="connsiteY2" fmla="*/ 1 h 384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7611" h="38407">
                    <a:moveTo>
                      <a:pt x="57612" y="19204"/>
                    </a:moveTo>
                    <a:lnTo>
                      <a:pt x="1" y="3840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007FFF"/>
              </a:solidFill>
              <a:ln w="9598" cap="flat">
                <a:solidFill>
                  <a:srgbClr val="007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742" name="Graphic 7">
              <a:extLst>
                <a:ext uri="{FF2B5EF4-FFF2-40B4-BE49-F238E27FC236}">
                  <a16:creationId xmlns:a16="http://schemas.microsoft.com/office/drawing/2014/main" id="{8B7B0081-7151-5E81-B265-13798033D3C9}"/>
                </a:ext>
              </a:extLst>
            </p:cNvPr>
            <p:cNvGrpSpPr/>
            <p:nvPr/>
          </p:nvGrpSpPr>
          <p:grpSpPr>
            <a:xfrm>
              <a:off x="790573" y="3254570"/>
              <a:ext cx="192039" cy="288058"/>
              <a:chOff x="790573" y="3254570"/>
              <a:chExt cx="192039" cy="288058"/>
            </a:xfrm>
            <a:solidFill>
              <a:srgbClr val="FFFFFF"/>
            </a:solidFill>
          </p:grpSpPr>
          <p:sp>
            <p:nvSpPr>
              <p:cNvPr id="792" name="Freeform: Shape 791">
                <a:extLst>
                  <a:ext uri="{FF2B5EF4-FFF2-40B4-BE49-F238E27FC236}">
                    <a16:creationId xmlns:a16="http://schemas.microsoft.com/office/drawing/2014/main" id="{59E144DB-94E5-1773-0186-AAF65BDCBDD1}"/>
                  </a:ext>
                </a:extLst>
              </p:cNvPr>
              <p:cNvSpPr/>
              <p:nvPr/>
            </p:nvSpPr>
            <p:spPr>
              <a:xfrm>
                <a:off x="790573" y="3254570"/>
                <a:ext cx="192039" cy="288058"/>
              </a:xfrm>
              <a:custGeom>
                <a:avLst/>
                <a:gdLst>
                  <a:gd name="connsiteX0" fmla="*/ 1 w 192039"/>
                  <a:gd name="connsiteY0" fmla="*/ 1 h 288058"/>
                  <a:gd name="connsiteX1" fmla="*/ 192040 w 192039"/>
                  <a:gd name="connsiteY1" fmla="*/ 1 h 288058"/>
                  <a:gd name="connsiteX2" fmla="*/ 192040 w 192039"/>
                  <a:gd name="connsiteY2" fmla="*/ 288059 h 288058"/>
                  <a:gd name="connsiteX3" fmla="*/ 1 w 192039"/>
                  <a:gd name="connsiteY3" fmla="*/ 288059 h 2880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039" h="288058">
                    <a:moveTo>
                      <a:pt x="1" y="1"/>
                    </a:moveTo>
                    <a:lnTo>
                      <a:pt x="192040" y="1"/>
                    </a:lnTo>
                    <a:lnTo>
                      <a:pt x="192040" y="288059"/>
                    </a:lnTo>
                    <a:lnTo>
                      <a:pt x="1" y="288059"/>
                    </a:lnTo>
                    <a:close/>
                  </a:path>
                </a:pathLst>
              </a:custGeom>
              <a:solidFill>
                <a:srgbClr val="FFFFFF"/>
              </a:solidFill>
              <a:ln w="959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pic>
            <p:nvPicPr>
              <p:cNvPr id="793" name="Picture 792">
                <a:extLst>
                  <a:ext uri="{FF2B5EF4-FFF2-40B4-BE49-F238E27FC236}">
                    <a16:creationId xmlns:a16="http://schemas.microsoft.com/office/drawing/2014/main" id="{597DA3A4-6850-1691-6C94-2E5CBAF8EA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795374" y="3369793"/>
                <a:ext cx="172835" cy="69614"/>
              </a:xfrm>
              <a:custGeom>
                <a:avLst/>
                <a:gdLst>
                  <a:gd name="connsiteX0" fmla="*/ 0 w 172835"/>
                  <a:gd name="connsiteY0" fmla="*/ 0 h 69614"/>
                  <a:gd name="connsiteX1" fmla="*/ 172835 w 172835"/>
                  <a:gd name="connsiteY1" fmla="*/ 0 h 69614"/>
                  <a:gd name="connsiteX2" fmla="*/ 172835 w 172835"/>
                  <a:gd name="connsiteY2" fmla="*/ 69614 h 69614"/>
                  <a:gd name="connsiteX3" fmla="*/ 0 w 172835"/>
                  <a:gd name="connsiteY3" fmla="*/ 69614 h 696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2835" h="69614">
                    <a:moveTo>
                      <a:pt x="0" y="0"/>
                    </a:moveTo>
                    <a:lnTo>
                      <a:pt x="172835" y="0"/>
                    </a:lnTo>
                    <a:lnTo>
                      <a:pt x="172835" y="69614"/>
                    </a:lnTo>
                    <a:lnTo>
                      <a:pt x="0" y="69614"/>
                    </a:lnTo>
                    <a:close/>
                  </a:path>
                </a:pathLst>
              </a:custGeom>
            </p:spPr>
          </p:pic>
        </p:grpSp>
        <p:grpSp>
          <p:nvGrpSpPr>
            <p:cNvPr id="743" name="Graphic 7">
              <a:extLst>
                <a:ext uri="{FF2B5EF4-FFF2-40B4-BE49-F238E27FC236}">
                  <a16:creationId xmlns:a16="http://schemas.microsoft.com/office/drawing/2014/main" id="{FAFBC826-9913-56CC-5785-A9075BE25961}"/>
                </a:ext>
              </a:extLst>
            </p:cNvPr>
            <p:cNvGrpSpPr/>
            <p:nvPr/>
          </p:nvGrpSpPr>
          <p:grpSpPr>
            <a:xfrm>
              <a:off x="982612" y="3239495"/>
              <a:ext cx="469344" cy="38407"/>
              <a:chOff x="982612" y="3239495"/>
              <a:chExt cx="469344" cy="38407"/>
            </a:xfrm>
          </p:grpSpPr>
          <p:sp>
            <p:nvSpPr>
              <p:cNvPr id="790" name="Freeform: Shape 789">
                <a:extLst>
                  <a:ext uri="{FF2B5EF4-FFF2-40B4-BE49-F238E27FC236}">
                    <a16:creationId xmlns:a16="http://schemas.microsoft.com/office/drawing/2014/main" id="{CEC22AF9-7957-2400-9DBB-57DD2EBDC7BC}"/>
                  </a:ext>
                </a:extLst>
              </p:cNvPr>
              <p:cNvSpPr/>
              <p:nvPr/>
            </p:nvSpPr>
            <p:spPr>
              <a:xfrm>
                <a:off x="982612" y="3254570"/>
                <a:ext cx="411732" cy="4128"/>
              </a:xfrm>
              <a:custGeom>
                <a:avLst/>
                <a:gdLst>
                  <a:gd name="connsiteX0" fmla="*/ 1 w 411732"/>
                  <a:gd name="connsiteY0" fmla="*/ 1 h 4128"/>
                  <a:gd name="connsiteX1" fmla="*/ 411733 w 411732"/>
                  <a:gd name="connsiteY1" fmla="*/ 4129 h 41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11732" h="4128">
                    <a:moveTo>
                      <a:pt x="1" y="1"/>
                    </a:moveTo>
                    <a:lnTo>
                      <a:pt x="411733" y="4129"/>
                    </a:lnTo>
                  </a:path>
                </a:pathLst>
              </a:custGeom>
              <a:noFill/>
              <a:ln w="9598" cap="flat">
                <a:solidFill>
                  <a:srgbClr val="007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1" name="Freeform: Shape 790">
                <a:extLst>
                  <a:ext uri="{FF2B5EF4-FFF2-40B4-BE49-F238E27FC236}">
                    <a16:creationId xmlns:a16="http://schemas.microsoft.com/office/drawing/2014/main" id="{850DFF56-4DE6-6798-403B-647CA122E991}"/>
                  </a:ext>
                </a:extLst>
              </p:cNvPr>
              <p:cNvSpPr/>
              <p:nvPr/>
            </p:nvSpPr>
            <p:spPr>
              <a:xfrm>
                <a:off x="1394152" y="3239495"/>
                <a:ext cx="57803" cy="38407"/>
              </a:xfrm>
              <a:custGeom>
                <a:avLst/>
                <a:gdLst>
                  <a:gd name="connsiteX0" fmla="*/ 57804 w 57803"/>
                  <a:gd name="connsiteY0" fmla="*/ 19781 h 38407"/>
                  <a:gd name="connsiteX1" fmla="*/ 1 w 57803"/>
                  <a:gd name="connsiteY1" fmla="*/ 38408 h 38407"/>
                  <a:gd name="connsiteX2" fmla="*/ 385 w 57803"/>
                  <a:gd name="connsiteY2" fmla="*/ 1 h 384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7803" h="38407">
                    <a:moveTo>
                      <a:pt x="57804" y="19781"/>
                    </a:moveTo>
                    <a:lnTo>
                      <a:pt x="1" y="38408"/>
                    </a:lnTo>
                    <a:lnTo>
                      <a:pt x="385" y="1"/>
                    </a:lnTo>
                    <a:close/>
                  </a:path>
                </a:pathLst>
              </a:custGeom>
              <a:solidFill>
                <a:srgbClr val="007FFF"/>
              </a:solidFill>
              <a:ln w="9598" cap="flat">
                <a:solidFill>
                  <a:srgbClr val="007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ABF2398B-0FF2-E57E-A9B0-65D439B6813D}"/>
                </a:ext>
              </a:extLst>
            </p:cNvPr>
            <p:cNvSpPr/>
            <p:nvPr/>
          </p:nvSpPr>
          <p:spPr>
            <a:xfrm>
              <a:off x="540922" y="3350590"/>
              <a:ext cx="110422" cy="96019"/>
            </a:xfrm>
            <a:custGeom>
              <a:avLst/>
              <a:gdLst>
                <a:gd name="connsiteX0" fmla="*/ 1 w 110422"/>
                <a:gd name="connsiteY0" fmla="*/ 96020 h 96019"/>
                <a:gd name="connsiteX1" fmla="*/ 110423 w 110422"/>
                <a:gd name="connsiteY1" fmla="*/ 1 h 96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0422" h="96019">
                  <a:moveTo>
                    <a:pt x="1" y="96020"/>
                  </a:moveTo>
                  <a:lnTo>
                    <a:pt x="110423" y="1"/>
                  </a:lnTo>
                </a:path>
              </a:pathLst>
            </a:custGeom>
            <a:noFill/>
            <a:ln w="9598" cap="flat">
              <a:solidFill>
                <a:srgbClr val="007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BAE40CC3-46CA-9172-E30B-29995E643DBF}"/>
                </a:ext>
              </a:extLst>
            </p:cNvPr>
            <p:cNvSpPr/>
            <p:nvPr/>
          </p:nvSpPr>
          <p:spPr>
            <a:xfrm>
              <a:off x="569728" y="3350590"/>
              <a:ext cx="110422" cy="96019"/>
            </a:xfrm>
            <a:custGeom>
              <a:avLst/>
              <a:gdLst>
                <a:gd name="connsiteX0" fmla="*/ 1 w 110422"/>
                <a:gd name="connsiteY0" fmla="*/ 96020 h 96019"/>
                <a:gd name="connsiteX1" fmla="*/ 110423 w 110422"/>
                <a:gd name="connsiteY1" fmla="*/ 1 h 96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0422" h="96019">
                  <a:moveTo>
                    <a:pt x="1" y="96020"/>
                  </a:moveTo>
                  <a:lnTo>
                    <a:pt x="110423" y="1"/>
                  </a:lnTo>
                </a:path>
              </a:pathLst>
            </a:custGeom>
            <a:noFill/>
            <a:ln w="9598" cap="flat">
              <a:solidFill>
                <a:srgbClr val="007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746" name="Graphic 7">
              <a:extLst>
                <a:ext uri="{FF2B5EF4-FFF2-40B4-BE49-F238E27FC236}">
                  <a16:creationId xmlns:a16="http://schemas.microsoft.com/office/drawing/2014/main" id="{AC6510ED-1632-E017-F2B2-3F786999E4AD}"/>
                </a:ext>
              </a:extLst>
            </p:cNvPr>
            <p:cNvGrpSpPr/>
            <p:nvPr/>
          </p:nvGrpSpPr>
          <p:grpSpPr>
            <a:xfrm>
              <a:off x="905797" y="2966511"/>
              <a:ext cx="576117" cy="393680"/>
              <a:chOff x="905797" y="2966511"/>
              <a:chExt cx="576117" cy="393680"/>
            </a:xfrm>
            <a:noFill/>
          </p:grpSpPr>
          <p:sp>
            <p:nvSpPr>
              <p:cNvPr id="788" name="Freeform: Shape 787">
                <a:extLst>
                  <a:ext uri="{FF2B5EF4-FFF2-40B4-BE49-F238E27FC236}">
                    <a16:creationId xmlns:a16="http://schemas.microsoft.com/office/drawing/2014/main" id="{0068B4C4-D6F4-2D6E-733B-C7628A07A0C7}"/>
                  </a:ext>
                </a:extLst>
              </p:cNvPr>
              <p:cNvSpPr/>
              <p:nvPr/>
            </p:nvSpPr>
            <p:spPr>
              <a:xfrm>
                <a:off x="905797" y="3052929"/>
                <a:ext cx="576117" cy="192039"/>
              </a:xfrm>
              <a:custGeom>
                <a:avLst/>
                <a:gdLst>
                  <a:gd name="connsiteX0" fmla="*/ 1 w 576117"/>
                  <a:gd name="connsiteY0" fmla="*/ 1 h 192039"/>
                  <a:gd name="connsiteX1" fmla="*/ 576118 w 576117"/>
                  <a:gd name="connsiteY1" fmla="*/ 1 h 192039"/>
                  <a:gd name="connsiteX2" fmla="*/ 576118 w 576117"/>
                  <a:gd name="connsiteY2" fmla="*/ 192040 h 192039"/>
                  <a:gd name="connsiteX3" fmla="*/ 1 w 576117"/>
                  <a:gd name="connsiteY3" fmla="*/ 192040 h 1920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6117" h="192039">
                    <a:moveTo>
                      <a:pt x="1" y="1"/>
                    </a:moveTo>
                    <a:lnTo>
                      <a:pt x="576118" y="1"/>
                    </a:lnTo>
                    <a:lnTo>
                      <a:pt x="576118" y="192040"/>
                    </a:lnTo>
                    <a:lnTo>
                      <a:pt x="1" y="192040"/>
                    </a:lnTo>
                    <a:close/>
                  </a:path>
                </a:pathLst>
              </a:custGeom>
              <a:noFill/>
              <a:ln w="95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pic>
            <p:nvPicPr>
              <p:cNvPr id="789" name="Picture 788">
                <a:extLst>
                  <a:ext uri="{FF2B5EF4-FFF2-40B4-BE49-F238E27FC236}">
                    <a16:creationId xmlns:a16="http://schemas.microsoft.com/office/drawing/2014/main" id="{632FAD87-B706-35A0-E2B5-95FD58BD61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910598" y="2966511"/>
                <a:ext cx="556913" cy="393680"/>
              </a:xfrm>
              <a:custGeom>
                <a:avLst/>
                <a:gdLst>
                  <a:gd name="connsiteX0" fmla="*/ 0 w 556913"/>
                  <a:gd name="connsiteY0" fmla="*/ 0 h 393680"/>
                  <a:gd name="connsiteX1" fmla="*/ 556914 w 556913"/>
                  <a:gd name="connsiteY1" fmla="*/ 0 h 393680"/>
                  <a:gd name="connsiteX2" fmla="*/ 556914 w 556913"/>
                  <a:gd name="connsiteY2" fmla="*/ 393681 h 393680"/>
                  <a:gd name="connsiteX3" fmla="*/ 0 w 556913"/>
                  <a:gd name="connsiteY3" fmla="*/ 393681 h 393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6913" h="393680">
                    <a:moveTo>
                      <a:pt x="0" y="0"/>
                    </a:moveTo>
                    <a:lnTo>
                      <a:pt x="556914" y="0"/>
                    </a:lnTo>
                    <a:lnTo>
                      <a:pt x="556914" y="393681"/>
                    </a:lnTo>
                    <a:lnTo>
                      <a:pt x="0" y="393681"/>
                    </a:lnTo>
                    <a:close/>
                  </a:path>
                </a:pathLst>
              </a:custGeom>
            </p:spPr>
          </p:pic>
        </p:grpSp>
        <p:grpSp>
          <p:nvGrpSpPr>
            <p:cNvPr id="747" name="Graphic 7">
              <a:extLst>
                <a:ext uri="{FF2B5EF4-FFF2-40B4-BE49-F238E27FC236}">
                  <a16:creationId xmlns:a16="http://schemas.microsoft.com/office/drawing/2014/main" id="{6088E5BE-347A-E76D-08D4-DAE6771C254D}"/>
                </a:ext>
              </a:extLst>
            </p:cNvPr>
            <p:cNvGrpSpPr/>
            <p:nvPr/>
          </p:nvGrpSpPr>
          <p:grpSpPr>
            <a:xfrm>
              <a:off x="1059428" y="3249769"/>
              <a:ext cx="259253" cy="403282"/>
              <a:chOff x="1059428" y="3249769"/>
              <a:chExt cx="259253" cy="403282"/>
            </a:xfrm>
            <a:noFill/>
          </p:grpSpPr>
          <p:sp>
            <p:nvSpPr>
              <p:cNvPr id="786" name="Freeform: Shape 785">
                <a:extLst>
                  <a:ext uri="{FF2B5EF4-FFF2-40B4-BE49-F238E27FC236}">
                    <a16:creationId xmlns:a16="http://schemas.microsoft.com/office/drawing/2014/main" id="{2586F937-D0CF-3C5C-04EC-A9819FAF3D18}"/>
                  </a:ext>
                </a:extLst>
              </p:cNvPr>
              <p:cNvSpPr/>
              <p:nvPr/>
            </p:nvSpPr>
            <p:spPr>
              <a:xfrm>
                <a:off x="1059428" y="3321784"/>
                <a:ext cx="259253" cy="220845"/>
              </a:xfrm>
              <a:custGeom>
                <a:avLst/>
                <a:gdLst>
                  <a:gd name="connsiteX0" fmla="*/ 1 w 259253"/>
                  <a:gd name="connsiteY0" fmla="*/ 1 h 220845"/>
                  <a:gd name="connsiteX1" fmla="*/ 259254 w 259253"/>
                  <a:gd name="connsiteY1" fmla="*/ 1 h 220845"/>
                  <a:gd name="connsiteX2" fmla="*/ 259254 w 259253"/>
                  <a:gd name="connsiteY2" fmla="*/ 220846 h 220845"/>
                  <a:gd name="connsiteX3" fmla="*/ 1 w 259253"/>
                  <a:gd name="connsiteY3" fmla="*/ 220846 h 2208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9253" h="220845">
                    <a:moveTo>
                      <a:pt x="1" y="1"/>
                    </a:moveTo>
                    <a:lnTo>
                      <a:pt x="259254" y="1"/>
                    </a:lnTo>
                    <a:lnTo>
                      <a:pt x="259254" y="220846"/>
                    </a:lnTo>
                    <a:lnTo>
                      <a:pt x="1" y="220846"/>
                    </a:lnTo>
                    <a:close/>
                  </a:path>
                </a:pathLst>
              </a:custGeom>
              <a:noFill/>
              <a:ln w="95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pic>
            <p:nvPicPr>
              <p:cNvPr id="787" name="Picture 786">
                <a:extLst>
                  <a:ext uri="{FF2B5EF4-FFF2-40B4-BE49-F238E27FC236}">
                    <a16:creationId xmlns:a16="http://schemas.microsoft.com/office/drawing/2014/main" id="{0D8D89D4-A41C-D16C-E233-8A187EC082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064229" y="3249769"/>
                <a:ext cx="240049" cy="403282"/>
              </a:xfrm>
              <a:custGeom>
                <a:avLst/>
                <a:gdLst>
                  <a:gd name="connsiteX0" fmla="*/ 0 w 240049"/>
                  <a:gd name="connsiteY0" fmla="*/ 0 h 403282"/>
                  <a:gd name="connsiteX1" fmla="*/ 240049 w 240049"/>
                  <a:gd name="connsiteY1" fmla="*/ 0 h 403282"/>
                  <a:gd name="connsiteX2" fmla="*/ 240049 w 240049"/>
                  <a:gd name="connsiteY2" fmla="*/ 403283 h 403282"/>
                  <a:gd name="connsiteX3" fmla="*/ 0 w 240049"/>
                  <a:gd name="connsiteY3" fmla="*/ 403283 h 4032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0049" h="403282">
                    <a:moveTo>
                      <a:pt x="0" y="0"/>
                    </a:moveTo>
                    <a:lnTo>
                      <a:pt x="240049" y="0"/>
                    </a:lnTo>
                    <a:lnTo>
                      <a:pt x="240049" y="403283"/>
                    </a:lnTo>
                    <a:lnTo>
                      <a:pt x="0" y="403283"/>
                    </a:lnTo>
                    <a:close/>
                  </a:path>
                </a:pathLst>
              </a:custGeom>
            </p:spPr>
          </p:pic>
        </p:grpSp>
        <p:grpSp>
          <p:nvGrpSpPr>
            <p:cNvPr id="748" name="Graphic 7">
              <a:extLst>
                <a:ext uri="{FF2B5EF4-FFF2-40B4-BE49-F238E27FC236}">
                  <a16:creationId xmlns:a16="http://schemas.microsoft.com/office/drawing/2014/main" id="{69ABCFD4-4FF5-A4D7-B1A0-FC0A733B6889}"/>
                </a:ext>
              </a:extLst>
            </p:cNvPr>
            <p:cNvGrpSpPr/>
            <p:nvPr/>
          </p:nvGrpSpPr>
          <p:grpSpPr>
            <a:xfrm>
              <a:off x="982612" y="3527554"/>
              <a:ext cx="478946" cy="38407"/>
              <a:chOff x="982612" y="3527554"/>
              <a:chExt cx="478946" cy="38407"/>
            </a:xfrm>
          </p:grpSpPr>
          <p:sp>
            <p:nvSpPr>
              <p:cNvPr id="784" name="Freeform: Shape 783">
                <a:extLst>
                  <a:ext uri="{FF2B5EF4-FFF2-40B4-BE49-F238E27FC236}">
                    <a16:creationId xmlns:a16="http://schemas.microsoft.com/office/drawing/2014/main" id="{9392F539-4347-146D-BBA4-23741B124521}"/>
                  </a:ext>
                </a:extLst>
              </p:cNvPr>
              <p:cNvSpPr/>
              <p:nvPr/>
            </p:nvSpPr>
            <p:spPr>
              <a:xfrm>
                <a:off x="982612" y="3542629"/>
                <a:ext cx="421334" cy="4128"/>
              </a:xfrm>
              <a:custGeom>
                <a:avLst/>
                <a:gdLst>
                  <a:gd name="connsiteX0" fmla="*/ 1 w 421334"/>
                  <a:gd name="connsiteY0" fmla="*/ 1 h 4128"/>
                  <a:gd name="connsiteX1" fmla="*/ 421335 w 421334"/>
                  <a:gd name="connsiteY1" fmla="*/ 4129 h 41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21334" h="4128">
                    <a:moveTo>
                      <a:pt x="1" y="1"/>
                    </a:moveTo>
                    <a:lnTo>
                      <a:pt x="421335" y="4129"/>
                    </a:lnTo>
                  </a:path>
                </a:pathLst>
              </a:custGeom>
              <a:noFill/>
              <a:ln w="9598" cap="flat">
                <a:solidFill>
                  <a:srgbClr val="007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85" name="Freeform: Shape 784">
                <a:extLst>
                  <a:ext uri="{FF2B5EF4-FFF2-40B4-BE49-F238E27FC236}">
                    <a16:creationId xmlns:a16="http://schemas.microsoft.com/office/drawing/2014/main" id="{70E64708-E4CF-C3E2-B754-595DC636889D}"/>
                  </a:ext>
                </a:extLst>
              </p:cNvPr>
              <p:cNvSpPr/>
              <p:nvPr/>
            </p:nvSpPr>
            <p:spPr>
              <a:xfrm>
                <a:off x="1403754" y="3527554"/>
                <a:ext cx="57803" cy="38407"/>
              </a:xfrm>
              <a:custGeom>
                <a:avLst/>
                <a:gdLst>
                  <a:gd name="connsiteX0" fmla="*/ 57804 w 57803"/>
                  <a:gd name="connsiteY0" fmla="*/ 19781 h 38407"/>
                  <a:gd name="connsiteX1" fmla="*/ 1 w 57803"/>
                  <a:gd name="connsiteY1" fmla="*/ 38408 h 38407"/>
                  <a:gd name="connsiteX2" fmla="*/ 385 w 57803"/>
                  <a:gd name="connsiteY2" fmla="*/ 1 h 384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7803" h="38407">
                    <a:moveTo>
                      <a:pt x="57804" y="19781"/>
                    </a:moveTo>
                    <a:lnTo>
                      <a:pt x="1" y="38408"/>
                    </a:lnTo>
                    <a:lnTo>
                      <a:pt x="385" y="1"/>
                    </a:lnTo>
                    <a:close/>
                  </a:path>
                </a:pathLst>
              </a:custGeom>
              <a:solidFill>
                <a:srgbClr val="007FFF"/>
              </a:solidFill>
              <a:ln w="9598" cap="flat">
                <a:solidFill>
                  <a:srgbClr val="007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749" name="Graphic 7">
              <a:extLst>
                <a:ext uri="{FF2B5EF4-FFF2-40B4-BE49-F238E27FC236}">
                  <a16:creationId xmlns:a16="http://schemas.microsoft.com/office/drawing/2014/main" id="{C54DBD1A-2440-A973-52F3-876E8501583D}"/>
                </a:ext>
              </a:extLst>
            </p:cNvPr>
            <p:cNvGrpSpPr/>
            <p:nvPr/>
          </p:nvGrpSpPr>
          <p:grpSpPr>
            <a:xfrm>
              <a:off x="2749374" y="3024123"/>
              <a:ext cx="576117" cy="748953"/>
              <a:chOff x="2749374" y="3024123"/>
              <a:chExt cx="576117" cy="748953"/>
            </a:xfrm>
            <a:noFill/>
          </p:grpSpPr>
          <p:grpSp>
            <p:nvGrpSpPr>
              <p:cNvPr id="778" name="Graphic 7">
                <a:extLst>
                  <a:ext uri="{FF2B5EF4-FFF2-40B4-BE49-F238E27FC236}">
                    <a16:creationId xmlns:a16="http://schemas.microsoft.com/office/drawing/2014/main" id="{2A7B7C19-FA05-CBB8-A508-529D20982957}"/>
                  </a:ext>
                </a:extLst>
              </p:cNvPr>
              <p:cNvGrpSpPr/>
              <p:nvPr/>
            </p:nvGrpSpPr>
            <p:grpSpPr>
              <a:xfrm>
                <a:off x="2749374" y="3379395"/>
                <a:ext cx="576117" cy="393680"/>
                <a:chOff x="2749374" y="3379395"/>
                <a:chExt cx="576117" cy="393680"/>
              </a:xfrm>
              <a:noFill/>
            </p:grpSpPr>
            <p:sp>
              <p:nvSpPr>
                <p:cNvPr id="782" name="Freeform: Shape 781">
                  <a:extLst>
                    <a:ext uri="{FF2B5EF4-FFF2-40B4-BE49-F238E27FC236}">
                      <a16:creationId xmlns:a16="http://schemas.microsoft.com/office/drawing/2014/main" id="{2037E722-32C5-FAE2-6B01-9F4A97662C57}"/>
                    </a:ext>
                  </a:extLst>
                </p:cNvPr>
                <p:cNvSpPr/>
                <p:nvPr/>
              </p:nvSpPr>
              <p:spPr>
                <a:xfrm>
                  <a:off x="2749374" y="3413002"/>
                  <a:ext cx="576117" cy="288058"/>
                </a:xfrm>
                <a:custGeom>
                  <a:avLst/>
                  <a:gdLst>
                    <a:gd name="connsiteX0" fmla="*/ 1 w 576117"/>
                    <a:gd name="connsiteY0" fmla="*/ 1 h 288058"/>
                    <a:gd name="connsiteX1" fmla="*/ 576118 w 576117"/>
                    <a:gd name="connsiteY1" fmla="*/ 1 h 288058"/>
                    <a:gd name="connsiteX2" fmla="*/ 576118 w 576117"/>
                    <a:gd name="connsiteY2" fmla="*/ 288059 h 288058"/>
                    <a:gd name="connsiteX3" fmla="*/ 1 w 576117"/>
                    <a:gd name="connsiteY3" fmla="*/ 288059 h 2880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76117" h="288058">
                      <a:moveTo>
                        <a:pt x="1" y="1"/>
                      </a:moveTo>
                      <a:lnTo>
                        <a:pt x="576118" y="1"/>
                      </a:lnTo>
                      <a:lnTo>
                        <a:pt x="576118" y="288059"/>
                      </a:lnTo>
                      <a:lnTo>
                        <a:pt x="1" y="288059"/>
                      </a:lnTo>
                      <a:close/>
                    </a:path>
                  </a:pathLst>
                </a:custGeom>
                <a:noFill/>
                <a:ln w="959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pic>
              <p:nvPicPr>
                <p:cNvPr id="783" name="Picture 782">
                  <a:extLst>
                    <a:ext uri="{FF2B5EF4-FFF2-40B4-BE49-F238E27FC236}">
                      <a16:creationId xmlns:a16="http://schemas.microsoft.com/office/drawing/2014/main" id="{C52A0362-5769-2DAD-F718-10BDFFE4E4B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754175" y="3379395"/>
                  <a:ext cx="556913" cy="393680"/>
                </a:xfrm>
                <a:custGeom>
                  <a:avLst/>
                  <a:gdLst>
                    <a:gd name="connsiteX0" fmla="*/ 0 w 556913"/>
                    <a:gd name="connsiteY0" fmla="*/ 0 h 393680"/>
                    <a:gd name="connsiteX1" fmla="*/ 556914 w 556913"/>
                    <a:gd name="connsiteY1" fmla="*/ 0 h 393680"/>
                    <a:gd name="connsiteX2" fmla="*/ 556914 w 556913"/>
                    <a:gd name="connsiteY2" fmla="*/ 393681 h 393680"/>
                    <a:gd name="connsiteX3" fmla="*/ 0 w 556913"/>
                    <a:gd name="connsiteY3" fmla="*/ 393681 h 3936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56913" h="393680">
                      <a:moveTo>
                        <a:pt x="0" y="0"/>
                      </a:moveTo>
                      <a:lnTo>
                        <a:pt x="556914" y="0"/>
                      </a:lnTo>
                      <a:lnTo>
                        <a:pt x="556914" y="393681"/>
                      </a:lnTo>
                      <a:lnTo>
                        <a:pt x="0" y="393681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779" name="Graphic 7">
                <a:extLst>
                  <a:ext uri="{FF2B5EF4-FFF2-40B4-BE49-F238E27FC236}">
                    <a16:creationId xmlns:a16="http://schemas.microsoft.com/office/drawing/2014/main" id="{46454D04-3294-998B-A7FB-A33AADADA2B9}"/>
                  </a:ext>
                </a:extLst>
              </p:cNvPr>
              <p:cNvGrpSpPr/>
              <p:nvPr/>
            </p:nvGrpSpPr>
            <p:grpSpPr>
              <a:xfrm>
                <a:off x="2931811" y="3024123"/>
                <a:ext cx="211243" cy="393680"/>
                <a:chOff x="2931811" y="3024123"/>
                <a:chExt cx="211243" cy="393680"/>
              </a:xfrm>
              <a:noFill/>
            </p:grpSpPr>
            <p:sp>
              <p:nvSpPr>
                <p:cNvPr id="780" name="Freeform: Shape 779">
                  <a:extLst>
                    <a:ext uri="{FF2B5EF4-FFF2-40B4-BE49-F238E27FC236}">
                      <a16:creationId xmlns:a16="http://schemas.microsoft.com/office/drawing/2014/main" id="{E02448ED-62A7-5871-FD03-9078E001375D}"/>
                    </a:ext>
                  </a:extLst>
                </p:cNvPr>
                <p:cNvSpPr/>
                <p:nvPr/>
              </p:nvSpPr>
              <p:spPr>
                <a:xfrm>
                  <a:off x="2931811" y="3105739"/>
                  <a:ext cx="211243" cy="192039"/>
                </a:xfrm>
                <a:custGeom>
                  <a:avLst/>
                  <a:gdLst>
                    <a:gd name="connsiteX0" fmla="*/ 1 w 211243"/>
                    <a:gd name="connsiteY0" fmla="*/ 1 h 192039"/>
                    <a:gd name="connsiteX1" fmla="*/ 211244 w 211243"/>
                    <a:gd name="connsiteY1" fmla="*/ 1 h 192039"/>
                    <a:gd name="connsiteX2" fmla="*/ 211244 w 211243"/>
                    <a:gd name="connsiteY2" fmla="*/ 192040 h 192039"/>
                    <a:gd name="connsiteX3" fmla="*/ 1 w 211243"/>
                    <a:gd name="connsiteY3" fmla="*/ 192040 h 1920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11243" h="192039">
                      <a:moveTo>
                        <a:pt x="1" y="1"/>
                      </a:moveTo>
                      <a:lnTo>
                        <a:pt x="211244" y="1"/>
                      </a:lnTo>
                      <a:lnTo>
                        <a:pt x="211244" y="192040"/>
                      </a:lnTo>
                      <a:lnTo>
                        <a:pt x="1" y="192040"/>
                      </a:lnTo>
                      <a:close/>
                    </a:path>
                  </a:pathLst>
                </a:custGeom>
                <a:noFill/>
                <a:ln w="959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pic>
              <p:nvPicPr>
                <p:cNvPr id="781" name="Picture 780">
                  <a:extLst>
                    <a:ext uri="{FF2B5EF4-FFF2-40B4-BE49-F238E27FC236}">
                      <a16:creationId xmlns:a16="http://schemas.microsoft.com/office/drawing/2014/main" id="{55CFD6D7-ABDF-8582-5C2D-E4514B2BC3F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936612" y="3024123"/>
                  <a:ext cx="192039" cy="393680"/>
                </a:xfrm>
                <a:custGeom>
                  <a:avLst/>
                  <a:gdLst>
                    <a:gd name="connsiteX0" fmla="*/ 0 w 192039"/>
                    <a:gd name="connsiteY0" fmla="*/ 0 h 393680"/>
                    <a:gd name="connsiteX1" fmla="*/ 192039 w 192039"/>
                    <a:gd name="connsiteY1" fmla="*/ 0 h 393680"/>
                    <a:gd name="connsiteX2" fmla="*/ 192039 w 192039"/>
                    <a:gd name="connsiteY2" fmla="*/ 393681 h 393680"/>
                    <a:gd name="connsiteX3" fmla="*/ 0 w 192039"/>
                    <a:gd name="connsiteY3" fmla="*/ 393681 h 3936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039" h="393680">
                      <a:moveTo>
                        <a:pt x="0" y="0"/>
                      </a:moveTo>
                      <a:lnTo>
                        <a:pt x="192039" y="0"/>
                      </a:lnTo>
                      <a:lnTo>
                        <a:pt x="192039" y="393681"/>
                      </a:lnTo>
                      <a:lnTo>
                        <a:pt x="0" y="393681"/>
                      </a:lnTo>
                      <a:close/>
                    </a:path>
                  </a:pathLst>
                </a:custGeom>
              </p:spPr>
            </p:pic>
          </p:grpSp>
        </p:grpSp>
        <p:grpSp>
          <p:nvGrpSpPr>
            <p:cNvPr id="750" name="Graphic 7">
              <a:extLst>
                <a:ext uri="{FF2B5EF4-FFF2-40B4-BE49-F238E27FC236}">
                  <a16:creationId xmlns:a16="http://schemas.microsoft.com/office/drawing/2014/main" id="{A8683467-D456-1FB6-9369-1C84AAA86986}"/>
                </a:ext>
              </a:extLst>
            </p:cNvPr>
            <p:cNvGrpSpPr/>
            <p:nvPr/>
          </p:nvGrpSpPr>
          <p:grpSpPr>
            <a:xfrm>
              <a:off x="1472312" y="3451410"/>
              <a:ext cx="307262" cy="225646"/>
              <a:chOff x="1472312" y="3451410"/>
              <a:chExt cx="307262" cy="225646"/>
            </a:xfrm>
            <a:solidFill>
              <a:srgbClr val="FFFFFF"/>
            </a:solidFill>
          </p:grpSpPr>
          <p:sp>
            <p:nvSpPr>
              <p:cNvPr id="776" name="Freeform: Shape 775">
                <a:extLst>
                  <a:ext uri="{FF2B5EF4-FFF2-40B4-BE49-F238E27FC236}">
                    <a16:creationId xmlns:a16="http://schemas.microsoft.com/office/drawing/2014/main" id="{4BACC80B-F12C-27B5-539B-6753AC06C9FA}"/>
                  </a:ext>
                </a:extLst>
              </p:cNvPr>
              <p:cNvSpPr/>
              <p:nvPr/>
            </p:nvSpPr>
            <p:spPr>
              <a:xfrm>
                <a:off x="1472312" y="3451410"/>
                <a:ext cx="307262" cy="192039"/>
              </a:xfrm>
              <a:custGeom>
                <a:avLst/>
                <a:gdLst>
                  <a:gd name="connsiteX0" fmla="*/ 1 w 307262"/>
                  <a:gd name="connsiteY0" fmla="*/ 1 h 192039"/>
                  <a:gd name="connsiteX1" fmla="*/ 307263 w 307262"/>
                  <a:gd name="connsiteY1" fmla="*/ 1 h 192039"/>
                  <a:gd name="connsiteX2" fmla="*/ 307263 w 307262"/>
                  <a:gd name="connsiteY2" fmla="*/ 192040 h 192039"/>
                  <a:gd name="connsiteX3" fmla="*/ 1 w 307262"/>
                  <a:gd name="connsiteY3" fmla="*/ 192040 h 1920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07262" h="192039">
                    <a:moveTo>
                      <a:pt x="1" y="1"/>
                    </a:moveTo>
                    <a:lnTo>
                      <a:pt x="307263" y="1"/>
                    </a:lnTo>
                    <a:lnTo>
                      <a:pt x="307263" y="192040"/>
                    </a:lnTo>
                    <a:lnTo>
                      <a:pt x="1" y="192040"/>
                    </a:lnTo>
                    <a:close/>
                  </a:path>
                </a:pathLst>
              </a:custGeom>
              <a:solidFill>
                <a:srgbClr val="FFFFFF"/>
              </a:solidFill>
              <a:ln w="959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pic>
            <p:nvPicPr>
              <p:cNvPr id="777" name="Picture 776">
                <a:extLst>
                  <a:ext uri="{FF2B5EF4-FFF2-40B4-BE49-F238E27FC236}">
                    <a16:creationId xmlns:a16="http://schemas.microsoft.com/office/drawing/2014/main" id="{E58FDED1-83FB-9130-26F4-A24ECDD006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477113" y="3456211"/>
                <a:ext cx="288058" cy="220845"/>
              </a:xfrm>
              <a:custGeom>
                <a:avLst/>
                <a:gdLst>
                  <a:gd name="connsiteX0" fmla="*/ 0 w 288058"/>
                  <a:gd name="connsiteY0" fmla="*/ 0 h 220845"/>
                  <a:gd name="connsiteX1" fmla="*/ 288059 w 288058"/>
                  <a:gd name="connsiteY1" fmla="*/ 0 h 220845"/>
                  <a:gd name="connsiteX2" fmla="*/ 288059 w 288058"/>
                  <a:gd name="connsiteY2" fmla="*/ 220845 h 220845"/>
                  <a:gd name="connsiteX3" fmla="*/ 0 w 288058"/>
                  <a:gd name="connsiteY3" fmla="*/ 220845 h 2208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8058" h="220845">
                    <a:moveTo>
                      <a:pt x="0" y="0"/>
                    </a:moveTo>
                    <a:lnTo>
                      <a:pt x="288059" y="0"/>
                    </a:lnTo>
                    <a:lnTo>
                      <a:pt x="288059" y="220845"/>
                    </a:lnTo>
                    <a:lnTo>
                      <a:pt x="0" y="220845"/>
                    </a:lnTo>
                    <a:close/>
                  </a:path>
                </a:pathLst>
              </a:custGeom>
            </p:spPr>
          </p:pic>
        </p:grpSp>
        <p:grpSp>
          <p:nvGrpSpPr>
            <p:cNvPr id="751" name="Graphic 7">
              <a:extLst>
                <a:ext uri="{FF2B5EF4-FFF2-40B4-BE49-F238E27FC236}">
                  <a16:creationId xmlns:a16="http://schemas.microsoft.com/office/drawing/2014/main" id="{B3097378-365B-09FB-ECCA-B49A8AAB5160}"/>
                </a:ext>
              </a:extLst>
            </p:cNvPr>
            <p:cNvGrpSpPr/>
            <p:nvPr/>
          </p:nvGrpSpPr>
          <p:grpSpPr>
            <a:xfrm>
              <a:off x="1990819" y="3475415"/>
              <a:ext cx="144029" cy="144029"/>
              <a:chOff x="1990819" y="3475415"/>
              <a:chExt cx="144029" cy="144029"/>
            </a:xfrm>
          </p:grpSpPr>
          <p:sp>
            <p:nvSpPr>
              <p:cNvPr id="773" name="Freeform: Shape 772">
                <a:extLst>
                  <a:ext uri="{FF2B5EF4-FFF2-40B4-BE49-F238E27FC236}">
                    <a16:creationId xmlns:a16="http://schemas.microsoft.com/office/drawing/2014/main" id="{20156E11-0AA4-12AE-B949-1E34783B0419}"/>
                  </a:ext>
                </a:extLst>
              </p:cNvPr>
              <p:cNvSpPr/>
              <p:nvPr/>
            </p:nvSpPr>
            <p:spPr>
              <a:xfrm>
                <a:off x="1990819" y="3475415"/>
                <a:ext cx="144029" cy="144029"/>
              </a:xfrm>
              <a:custGeom>
                <a:avLst/>
                <a:gdLst>
                  <a:gd name="connsiteX0" fmla="*/ 144030 w 144029"/>
                  <a:gd name="connsiteY0" fmla="*/ 72015 h 144029"/>
                  <a:gd name="connsiteX1" fmla="*/ 72015 w 144029"/>
                  <a:gd name="connsiteY1" fmla="*/ 144030 h 144029"/>
                  <a:gd name="connsiteX2" fmla="*/ 1 w 144029"/>
                  <a:gd name="connsiteY2" fmla="*/ 72015 h 144029"/>
                  <a:gd name="connsiteX3" fmla="*/ 72015 w 144029"/>
                  <a:gd name="connsiteY3" fmla="*/ 1 h 144029"/>
                  <a:gd name="connsiteX4" fmla="*/ 144030 w 144029"/>
                  <a:gd name="connsiteY4" fmla="*/ 72015 h 144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4029" h="144029">
                    <a:moveTo>
                      <a:pt x="144030" y="72015"/>
                    </a:moveTo>
                    <a:cubicBezTo>
                      <a:pt x="144030" y="111788"/>
                      <a:pt x="111788" y="144030"/>
                      <a:pt x="72015" y="144030"/>
                    </a:cubicBezTo>
                    <a:cubicBezTo>
                      <a:pt x="32243" y="144030"/>
                      <a:pt x="1" y="111788"/>
                      <a:pt x="1" y="72015"/>
                    </a:cubicBezTo>
                    <a:cubicBezTo>
                      <a:pt x="1" y="32243"/>
                      <a:pt x="32243" y="1"/>
                      <a:pt x="72015" y="1"/>
                    </a:cubicBezTo>
                    <a:cubicBezTo>
                      <a:pt x="111788" y="1"/>
                      <a:pt x="144030" y="32243"/>
                      <a:pt x="144030" y="7201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9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74" name="Freeform: Shape 773">
                <a:extLst>
                  <a:ext uri="{FF2B5EF4-FFF2-40B4-BE49-F238E27FC236}">
                    <a16:creationId xmlns:a16="http://schemas.microsoft.com/office/drawing/2014/main" id="{55708C9B-87FC-0151-3AF3-99F55C917B37}"/>
                  </a:ext>
                </a:extLst>
              </p:cNvPr>
              <p:cNvSpPr/>
              <p:nvPr/>
            </p:nvSpPr>
            <p:spPr>
              <a:xfrm>
                <a:off x="1990819" y="3547430"/>
                <a:ext cx="144029" cy="9601"/>
              </a:xfrm>
              <a:custGeom>
                <a:avLst/>
                <a:gdLst>
                  <a:gd name="connsiteX0" fmla="*/ 1 w 144029"/>
                  <a:gd name="connsiteY0" fmla="*/ 1 h 9601"/>
                  <a:gd name="connsiteX1" fmla="*/ 144030 w 144029"/>
                  <a:gd name="connsiteY1" fmla="*/ 1 h 9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44029" h="9601">
                    <a:moveTo>
                      <a:pt x="1" y="1"/>
                    </a:moveTo>
                    <a:lnTo>
                      <a:pt x="144030" y="1"/>
                    </a:lnTo>
                  </a:path>
                </a:pathLst>
              </a:custGeom>
              <a:noFill/>
              <a:ln w="959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75" name="Freeform: Shape 774">
                <a:extLst>
                  <a:ext uri="{FF2B5EF4-FFF2-40B4-BE49-F238E27FC236}">
                    <a16:creationId xmlns:a16="http://schemas.microsoft.com/office/drawing/2014/main" id="{4BF34E33-239E-3464-83D9-DE1B458B0431}"/>
                  </a:ext>
                </a:extLst>
              </p:cNvPr>
              <p:cNvSpPr/>
              <p:nvPr/>
            </p:nvSpPr>
            <p:spPr>
              <a:xfrm>
                <a:off x="2062833" y="3475415"/>
                <a:ext cx="9601" cy="144029"/>
              </a:xfrm>
              <a:custGeom>
                <a:avLst/>
                <a:gdLst>
                  <a:gd name="connsiteX0" fmla="*/ 1 w 9601"/>
                  <a:gd name="connsiteY0" fmla="*/ 1 h 144029"/>
                  <a:gd name="connsiteX1" fmla="*/ 1 w 9601"/>
                  <a:gd name="connsiteY1" fmla="*/ 144030 h 144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601" h="144029">
                    <a:moveTo>
                      <a:pt x="1" y="1"/>
                    </a:moveTo>
                    <a:lnTo>
                      <a:pt x="1" y="144030"/>
                    </a:lnTo>
                  </a:path>
                </a:pathLst>
              </a:custGeom>
              <a:noFill/>
              <a:ln w="959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752" name="Graphic 7">
              <a:extLst>
                <a:ext uri="{FF2B5EF4-FFF2-40B4-BE49-F238E27FC236}">
                  <a16:creationId xmlns:a16="http://schemas.microsoft.com/office/drawing/2014/main" id="{BA791D1F-8CFD-D765-8629-B269BEFF564C}"/>
                </a:ext>
              </a:extLst>
            </p:cNvPr>
            <p:cNvGrpSpPr/>
            <p:nvPr/>
          </p:nvGrpSpPr>
          <p:grpSpPr>
            <a:xfrm>
              <a:off x="2040365" y="3630199"/>
              <a:ext cx="38407" cy="301309"/>
              <a:chOff x="2040365" y="3630199"/>
              <a:chExt cx="38407" cy="301309"/>
            </a:xfrm>
          </p:grpSpPr>
          <p:sp>
            <p:nvSpPr>
              <p:cNvPr id="771" name="Freeform: Shape 770">
                <a:extLst>
                  <a:ext uri="{FF2B5EF4-FFF2-40B4-BE49-F238E27FC236}">
                    <a16:creationId xmlns:a16="http://schemas.microsoft.com/office/drawing/2014/main" id="{5D6BE9F7-0895-321D-9471-D0F944C66C1A}"/>
                  </a:ext>
                </a:extLst>
              </p:cNvPr>
              <p:cNvSpPr/>
              <p:nvPr/>
            </p:nvSpPr>
            <p:spPr>
              <a:xfrm>
                <a:off x="2059569" y="3687810"/>
                <a:ext cx="9601" cy="243697"/>
              </a:xfrm>
              <a:custGeom>
                <a:avLst/>
                <a:gdLst>
                  <a:gd name="connsiteX0" fmla="*/ 1 w 9601"/>
                  <a:gd name="connsiteY0" fmla="*/ 243698 h 243697"/>
                  <a:gd name="connsiteX1" fmla="*/ 1 w 9601"/>
                  <a:gd name="connsiteY1" fmla="*/ 1 h 243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601" h="243697">
                    <a:moveTo>
                      <a:pt x="1" y="243698"/>
                    </a:moveTo>
                    <a:lnTo>
                      <a:pt x="1" y="1"/>
                    </a:lnTo>
                  </a:path>
                </a:pathLst>
              </a:custGeom>
              <a:noFill/>
              <a:ln w="959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72" name="Freeform: Shape 771">
                <a:extLst>
                  <a:ext uri="{FF2B5EF4-FFF2-40B4-BE49-F238E27FC236}">
                    <a16:creationId xmlns:a16="http://schemas.microsoft.com/office/drawing/2014/main" id="{47E39585-2788-645C-F34C-DD86FFC81364}"/>
                  </a:ext>
                </a:extLst>
              </p:cNvPr>
              <p:cNvSpPr/>
              <p:nvPr/>
            </p:nvSpPr>
            <p:spPr>
              <a:xfrm>
                <a:off x="2040365" y="3630199"/>
                <a:ext cx="38407" cy="57611"/>
              </a:xfrm>
              <a:custGeom>
                <a:avLst/>
                <a:gdLst>
                  <a:gd name="connsiteX0" fmla="*/ 19204 w 38407"/>
                  <a:gd name="connsiteY0" fmla="*/ 1 h 57611"/>
                  <a:gd name="connsiteX1" fmla="*/ 38408 w 38407"/>
                  <a:gd name="connsiteY1" fmla="*/ 57612 h 57611"/>
                  <a:gd name="connsiteX2" fmla="*/ 1 w 38407"/>
                  <a:gd name="connsiteY2" fmla="*/ 57612 h 57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8407" h="57611">
                    <a:moveTo>
                      <a:pt x="19204" y="1"/>
                    </a:moveTo>
                    <a:lnTo>
                      <a:pt x="38408" y="57612"/>
                    </a:lnTo>
                    <a:lnTo>
                      <a:pt x="1" y="57612"/>
                    </a:lnTo>
                    <a:close/>
                  </a:path>
                </a:pathLst>
              </a:custGeom>
              <a:solidFill>
                <a:srgbClr val="000000"/>
              </a:solidFill>
              <a:ln w="959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753" name="Graphic 7">
              <a:extLst>
                <a:ext uri="{FF2B5EF4-FFF2-40B4-BE49-F238E27FC236}">
                  <a16:creationId xmlns:a16="http://schemas.microsoft.com/office/drawing/2014/main" id="{D0F60267-8A0A-AE8E-B935-D3A057529B1F}"/>
                </a:ext>
              </a:extLst>
            </p:cNvPr>
            <p:cNvGrpSpPr/>
            <p:nvPr/>
          </p:nvGrpSpPr>
          <p:grpSpPr>
            <a:xfrm>
              <a:off x="1779575" y="3528226"/>
              <a:ext cx="200489" cy="38407"/>
              <a:chOff x="1779575" y="3528226"/>
              <a:chExt cx="200489" cy="38407"/>
            </a:xfrm>
          </p:grpSpPr>
          <p:sp>
            <p:nvSpPr>
              <p:cNvPr id="769" name="Freeform: Shape 768">
                <a:extLst>
                  <a:ext uri="{FF2B5EF4-FFF2-40B4-BE49-F238E27FC236}">
                    <a16:creationId xmlns:a16="http://schemas.microsoft.com/office/drawing/2014/main" id="{C2E888B9-7FDE-FEE1-13DA-1807702D16AF}"/>
                  </a:ext>
                </a:extLst>
              </p:cNvPr>
              <p:cNvSpPr/>
              <p:nvPr/>
            </p:nvSpPr>
            <p:spPr>
              <a:xfrm>
                <a:off x="1779575" y="3547430"/>
                <a:ext cx="142877" cy="9601"/>
              </a:xfrm>
              <a:custGeom>
                <a:avLst/>
                <a:gdLst>
                  <a:gd name="connsiteX0" fmla="*/ 1 w 142877"/>
                  <a:gd name="connsiteY0" fmla="*/ 1 h 9601"/>
                  <a:gd name="connsiteX1" fmla="*/ 142878 w 142877"/>
                  <a:gd name="connsiteY1" fmla="*/ 1 h 9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42877" h="9601">
                    <a:moveTo>
                      <a:pt x="1" y="1"/>
                    </a:moveTo>
                    <a:lnTo>
                      <a:pt x="142878" y="1"/>
                    </a:lnTo>
                  </a:path>
                </a:pathLst>
              </a:custGeom>
              <a:noFill/>
              <a:ln w="959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70" name="Freeform: Shape 769">
                <a:extLst>
                  <a:ext uri="{FF2B5EF4-FFF2-40B4-BE49-F238E27FC236}">
                    <a16:creationId xmlns:a16="http://schemas.microsoft.com/office/drawing/2014/main" id="{B26D45E0-C6C7-ABB6-4E98-37F52E614574}"/>
                  </a:ext>
                </a:extLst>
              </p:cNvPr>
              <p:cNvSpPr/>
              <p:nvPr/>
            </p:nvSpPr>
            <p:spPr>
              <a:xfrm>
                <a:off x="1922453" y="3528226"/>
                <a:ext cx="57611" cy="38407"/>
              </a:xfrm>
              <a:custGeom>
                <a:avLst/>
                <a:gdLst>
                  <a:gd name="connsiteX0" fmla="*/ 57612 w 57611"/>
                  <a:gd name="connsiteY0" fmla="*/ 19204 h 38407"/>
                  <a:gd name="connsiteX1" fmla="*/ 1 w 57611"/>
                  <a:gd name="connsiteY1" fmla="*/ 38408 h 38407"/>
                  <a:gd name="connsiteX2" fmla="*/ 1 w 57611"/>
                  <a:gd name="connsiteY2" fmla="*/ 1 h 384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7611" h="38407">
                    <a:moveTo>
                      <a:pt x="57612" y="19204"/>
                    </a:moveTo>
                    <a:lnTo>
                      <a:pt x="1" y="3840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9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754" name="Graphic 7">
              <a:extLst>
                <a:ext uri="{FF2B5EF4-FFF2-40B4-BE49-F238E27FC236}">
                  <a16:creationId xmlns:a16="http://schemas.microsoft.com/office/drawing/2014/main" id="{4B9EA0D1-C456-79F1-A501-239D37A02C77}"/>
                </a:ext>
              </a:extLst>
            </p:cNvPr>
            <p:cNvGrpSpPr/>
            <p:nvPr/>
          </p:nvGrpSpPr>
          <p:grpSpPr>
            <a:xfrm>
              <a:off x="2461315" y="3427405"/>
              <a:ext cx="115223" cy="278456"/>
              <a:chOff x="2461315" y="3427405"/>
              <a:chExt cx="115223" cy="278456"/>
            </a:xfrm>
            <a:solidFill>
              <a:srgbClr val="FFFFFF"/>
            </a:solidFill>
          </p:grpSpPr>
          <p:sp>
            <p:nvSpPr>
              <p:cNvPr id="767" name="Freeform: Shape 766">
                <a:extLst>
                  <a:ext uri="{FF2B5EF4-FFF2-40B4-BE49-F238E27FC236}">
                    <a16:creationId xmlns:a16="http://schemas.microsoft.com/office/drawing/2014/main" id="{F34B2B6F-716F-6E23-C0A6-A7E4DE4993CC}"/>
                  </a:ext>
                </a:extLst>
              </p:cNvPr>
              <p:cNvSpPr/>
              <p:nvPr/>
            </p:nvSpPr>
            <p:spPr>
              <a:xfrm>
                <a:off x="2461315" y="3451410"/>
                <a:ext cx="115223" cy="192039"/>
              </a:xfrm>
              <a:custGeom>
                <a:avLst/>
                <a:gdLst>
                  <a:gd name="connsiteX0" fmla="*/ 1 w 115223"/>
                  <a:gd name="connsiteY0" fmla="*/ 1 h 192039"/>
                  <a:gd name="connsiteX1" fmla="*/ 115224 w 115223"/>
                  <a:gd name="connsiteY1" fmla="*/ 1 h 192039"/>
                  <a:gd name="connsiteX2" fmla="*/ 115224 w 115223"/>
                  <a:gd name="connsiteY2" fmla="*/ 192040 h 192039"/>
                  <a:gd name="connsiteX3" fmla="*/ 1 w 115223"/>
                  <a:gd name="connsiteY3" fmla="*/ 192040 h 1920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5223" h="192039">
                    <a:moveTo>
                      <a:pt x="1" y="1"/>
                    </a:moveTo>
                    <a:lnTo>
                      <a:pt x="115224" y="1"/>
                    </a:lnTo>
                    <a:lnTo>
                      <a:pt x="115224" y="192040"/>
                    </a:lnTo>
                    <a:lnTo>
                      <a:pt x="1" y="192040"/>
                    </a:lnTo>
                    <a:close/>
                  </a:path>
                </a:pathLst>
              </a:custGeom>
              <a:solidFill>
                <a:srgbClr val="FFFFFF"/>
              </a:solidFill>
              <a:ln w="959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pic>
            <p:nvPicPr>
              <p:cNvPr id="768" name="Picture 767">
                <a:extLst>
                  <a:ext uri="{FF2B5EF4-FFF2-40B4-BE49-F238E27FC236}">
                    <a16:creationId xmlns:a16="http://schemas.microsoft.com/office/drawing/2014/main" id="{21879B3B-B814-04EF-F10A-E00B492DAD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2466116" y="3427405"/>
                <a:ext cx="96019" cy="278456"/>
              </a:xfrm>
              <a:custGeom>
                <a:avLst/>
                <a:gdLst>
                  <a:gd name="connsiteX0" fmla="*/ 0 w 96019"/>
                  <a:gd name="connsiteY0" fmla="*/ 0 h 278456"/>
                  <a:gd name="connsiteX1" fmla="*/ 96020 w 96019"/>
                  <a:gd name="connsiteY1" fmla="*/ 0 h 278456"/>
                  <a:gd name="connsiteX2" fmla="*/ 96020 w 96019"/>
                  <a:gd name="connsiteY2" fmla="*/ 278457 h 278456"/>
                  <a:gd name="connsiteX3" fmla="*/ 0 w 96019"/>
                  <a:gd name="connsiteY3" fmla="*/ 278457 h 2784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6019" h="278456">
                    <a:moveTo>
                      <a:pt x="0" y="0"/>
                    </a:moveTo>
                    <a:lnTo>
                      <a:pt x="96020" y="0"/>
                    </a:lnTo>
                    <a:lnTo>
                      <a:pt x="96020" y="278457"/>
                    </a:lnTo>
                    <a:lnTo>
                      <a:pt x="0" y="278457"/>
                    </a:lnTo>
                    <a:close/>
                  </a:path>
                </a:pathLst>
              </a:custGeom>
            </p:spPr>
          </p:pic>
        </p:grpSp>
        <p:grpSp>
          <p:nvGrpSpPr>
            <p:cNvPr id="755" name="Graphic 7">
              <a:extLst>
                <a:ext uri="{FF2B5EF4-FFF2-40B4-BE49-F238E27FC236}">
                  <a16:creationId xmlns:a16="http://schemas.microsoft.com/office/drawing/2014/main" id="{4DA207C3-926B-6A98-F7B7-8EEEBC796040}"/>
                </a:ext>
              </a:extLst>
            </p:cNvPr>
            <p:cNvGrpSpPr/>
            <p:nvPr/>
          </p:nvGrpSpPr>
          <p:grpSpPr>
            <a:xfrm>
              <a:off x="2134848" y="3528226"/>
              <a:ext cx="315712" cy="38407"/>
              <a:chOff x="2134848" y="3528226"/>
              <a:chExt cx="315712" cy="38407"/>
            </a:xfrm>
          </p:grpSpPr>
          <p:sp>
            <p:nvSpPr>
              <p:cNvPr id="765" name="Freeform: Shape 764">
                <a:extLst>
                  <a:ext uri="{FF2B5EF4-FFF2-40B4-BE49-F238E27FC236}">
                    <a16:creationId xmlns:a16="http://schemas.microsoft.com/office/drawing/2014/main" id="{4B858786-6D90-159D-D454-4643C98616CC}"/>
                  </a:ext>
                </a:extLst>
              </p:cNvPr>
              <p:cNvSpPr/>
              <p:nvPr/>
            </p:nvSpPr>
            <p:spPr>
              <a:xfrm>
                <a:off x="2134848" y="3547430"/>
                <a:ext cx="258100" cy="9601"/>
              </a:xfrm>
              <a:custGeom>
                <a:avLst/>
                <a:gdLst>
                  <a:gd name="connsiteX0" fmla="*/ 1 w 258100"/>
                  <a:gd name="connsiteY0" fmla="*/ 1 h 9601"/>
                  <a:gd name="connsiteX1" fmla="*/ 258101 w 258100"/>
                  <a:gd name="connsiteY1" fmla="*/ 1 h 9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58100" h="9601">
                    <a:moveTo>
                      <a:pt x="1" y="1"/>
                    </a:moveTo>
                    <a:lnTo>
                      <a:pt x="258101" y="1"/>
                    </a:lnTo>
                  </a:path>
                </a:pathLst>
              </a:custGeom>
              <a:noFill/>
              <a:ln w="959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66" name="Freeform: Shape 765">
                <a:extLst>
                  <a:ext uri="{FF2B5EF4-FFF2-40B4-BE49-F238E27FC236}">
                    <a16:creationId xmlns:a16="http://schemas.microsoft.com/office/drawing/2014/main" id="{76171AE0-8F88-C9E1-0F28-18A750F3F4CB}"/>
                  </a:ext>
                </a:extLst>
              </p:cNvPr>
              <p:cNvSpPr/>
              <p:nvPr/>
            </p:nvSpPr>
            <p:spPr>
              <a:xfrm>
                <a:off x="2392949" y="3528226"/>
                <a:ext cx="57611" cy="38407"/>
              </a:xfrm>
              <a:custGeom>
                <a:avLst/>
                <a:gdLst>
                  <a:gd name="connsiteX0" fmla="*/ 57612 w 57611"/>
                  <a:gd name="connsiteY0" fmla="*/ 19204 h 38407"/>
                  <a:gd name="connsiteX1" fmla="*/ 1 w 57611"/>
                  <a:gd name="connsiteY1" fmla="*/ 38408 h 38407"/>
                  <a:gd name="connsiteX2" fmla="*/ 1 w 57611"/>
                  <a:gd name="connsiteY2" fmla="*/ 1 h 384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7611" h="38407">
                    <a:moveTo>
                      <a:pt x="57612" y="19204"/>
                    </a:moveTo>
                    <a:lnTo>
                      <a:pt x="1" y="3840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9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756" name="Graphic 7">
              <a:extLst>
                <a:ext uri="{FF2B5EF4-FFF2-40B4-BE49-F238E27FC236}">
                  <a16:creationId xmlns:a16="http://schemas.microsoft.com/office/drawing/2014/main" id="{E4089353-7BB9-A517-A6AE-2FF682849C66}"/>
                </a:ext>
              </a:extLst>
            </p:cNvPr>
            <p:cNvGrpSpPr/>
            <p:nvPr/>
          </p:nvGrpSpPr>
          <p:grpSpPr>
            <a:xfrm>
              <a:off x="2576538" y="3524961"/>
              <a:ext cx="382926" cy="38407"/>
              <a:chOff x="2576538" y="3524961"/>
              <a:chExt cx="382926" cy="38407"/>
            </a:xfrm>
          </p:grpSpPr>
          <p:sp>
            <p:nvSpPr>
              <p:cNvPr id="763" name="Freeform: Shape 762">
                <a:extLst>
                  <a:ext uri="{FF2B5EF4-FFF2-40B4-BE49-F238E27FC236}">
                    <a16:creationId xmlns:a16="http://schemas.microsoft.com/office/drawing/2014/main" id="{E912FBBF-8C77-8F0A-2962-7A32F289D0D5}"/>
                  </a:ext>
                </a:extLst>
              </p:cNvPr>
              <p:cNvSpPr/>
              <p:nvPr/>
            </p:nvSpPr>
            <p:spPr>
              <a:xfrm>
                <a:off x="2576538" y="3544165"/>
                <a:ext cx="325314" cy="9601"/>
              </a:xfrm>
              <a:custGeom>
                <a:avLst/>
                <a:gdLst>
                  <a:gd name="connsiteX0" fmla="*/ 1 w 325314"/>
                  <a:gd name="connsiteY0" fmla="*/ 1 h 9601"/>
                  <a:gd name="connsiteX1" fmla="*/ 325315 w 325314"/>
                  <a:gd name="connsiteY1" fmla="*/ 1 h 9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25314" h="9601">
                    <a:moveTo>
                      <a:pt x="1" y="1"/>
                    </a:moveTo>
                    <a:lnTo>
                      <a:pt x="325315" y="1"/>
                    </a:lnTo>
                  </a:path>
                </a:pathLst>
              </a:custGeom>
              <a:noFill/>
              <a:ln w="9598" cap="flat">
                <a:solidFill>
                  <a:srgbClr val="FF00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64" name="Freeform: Shape 763">
                <a:extLst>
                  <a:ext uri="{FF2B5EF4-FFF2-40B4-BE49-F238E27FC236}">
                    <a16:creationId xmlns:a16="http://schemas.microsoft.com/office/drawing/2014/main" id="{6BA2BA4D-22F8-065B-DAC7-6F5273060BAB}"/>
                  </a:ext>
                </a:extLst>
              </p:cNvPr>
              <p:cNvSpPr/>
              <p:nvPr/>
            </p:nvSpPr>
            <p:spPr>
              <a:xfrm>
                <a:off x="2901853" y="3524961"/>
                <a:ext cx="57611" cy="38407"/>
              </a:xfrm>
              <a:custGeom>
                <a:avLst/>
                <a:gdLst>
                  <a:gd name="connsiteX0" fmla="*/ 57612 w 57611"/>
                  <a:gd name="connsiteY0" fmla="*/ 19204 h 38407"/>
                  <a:gd name="connsiteX1" fmla="*/ 1 w 57611"/>
                  <a:gd name="connsiteY1" fmla="*/ 38408 h 38407"/>
                  <a:gd name="connsiteX2" fmla="*/ 1 w 57611"/>
                  <a:gd name="connsiteY2" fmla="*/ 1 h 384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7611" h="38407">
                    <a:moveTo>
                      <a:pt x="57612" y="19204"/>
                    </a:moveTo>
                    <a:lnTo>
                      <a:pt x="1" y="3840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00FF"/>
              </a:solidFill>
              <a:ln w="9598" cap="flat">
                <a:solidFill>
                  <a:srgbClr val="FF00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757" name="Graphic 7">
              <a:extLst>
                <a:ext uri="{FF2B5EF4-FFF2-40B4-BE49-F238E27FC236}">
                  <a16:creationId xmlns:a16="http://schemas.microsoft.com/office/drawing/2014/main" id="{6D113C89-8946-B42D-84A0-A2636F8A7BF9}"/>
                </a:ext>
              </a:extLst>
            </p:cNvPr>
            <p:cNvGrpSpPr/>
            <p:nvPr/>
          </p:nvGrpSpPr>
          <p:grpSpPr>
            <a:xfrm>
              <a:off x="2250072" y="3182555"/>
              <a:ext cx="670985" cy="364874"/>
              <a:chOff x="2250072" y="3182555"/>
              <a:chExt cx="670985" cy="364874"/>
            </a:xfrm>
          </p:grpSpPr>
          <p:sp>
            <p:nvSpPr>
              <p:cNvPr id="761" name="Freeform: Shape 760">
                <a:extLst>
                  <a:ext uri="{FF2B5EF4-FFF2-40B4-BE49-F238E27FC236}">
                    <a16:creationId xmlns:a16="http://schemas.microsoft.com/office/drawing/2014/main" id="{D31113A9-F2B7-D9D5-1018-B38C171B337D}"/>
                  </a:ext>
                </a:extLst>
              </p:cNvPr>
              <p:cNvSpPr/>
              <p:nvPr/>
            </p:nvSpPr>
            <p:spPr>
              <a:xfrm>
                <a:off x="2250072" y="3201759"/>
                <a:ext cx="613373" cy="345670"/>
              </a:xfrm>
              <a:custGeom>
                <a:avLst/>
                <a:gdLst>
                  <a:gd name="connsiteX0" fmla="*/ 1 w 613373"/>
                  <a:gd name="connsiteY0" fmla="*/ 345671 h 345670"/>
                  <a:gd name="connsiteX1" fmla="*/ 1 w 613373"/>
                  <a:gd name="connsiteY1" fmla="*/ 1 h 345670"/>
                  <a:gd name="connsiteX2" fmla="*/ 613374 w 613373"/>
                  <a:gd name="connsiteY2" fmla="*/ 1 h 345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13373" h="345670">
                    <a:moveTo>
                      <a:pt x="1" y="345671"/>
                    </a:moveTo>
                    <a:lnTo>
                      <a:pt x="1" y="1"/>
                    </a:lnTo>
                    <a:lnTo>
                      <a:pt x="613374" y="1"/>
                    </a:lnTo>
                  </a:path>
                </a:pathLst>
              </a:custGeom>
              <a:noFill/>
              <a:ln w="9598" cap="flat">
                <a:solidFill>
                  <a:srgbClr val="9933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62" name="Freeform: Shape 761">
                <a:extLst>
                  <a:ext uri="{FF2B5EF4-FFF2-40B4-BE49-F238E27FC236}">
                    <a16:creationId xmlns:a16="http://schemas.microsoft.com/office/drawing/2014/main" id="{764416E7-B1ED-8E14-3FBD-74FDF368BFC6}"/>
                  </a:ext>
                </a:extLst>
              </p:cNvPr>
              <p:cNvSpPr/>
              <p:nvPr/>
            </p:nvSpPr>
            <p:spPr>
              <a:xfrm>
                <a:off x="2863445" y="3182555"/>
                <a:ext cx="57611" cy="38407"/>
              </a:xfrm>
              <a:custGeom>
                <a:avLst/>
                <a:gdLst>
                  <a:gd name="connsiteX0" fmla="*/ 57612 w 57611"/>
                  <a:gd name="connsiteY0" fmla="*/ 19204 h 38407"/>
                  <a:gd name="connsiteX1" fmla="*/ 1 w 57611"/>
                  <a:gd name="connsiteY1" fmla="*/ 38408 h 38407"/>
                  <a:gd name="connsiteX2" fmla="*/ 1 w 57611"/>
                  <a:gd name="connsiteY2" fmla="*/ 1 h 384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7611" h="38407">
                    <a:moveTo>
                      <a:pt x="57612" y="19204"/>
                    </a:moveTo>
                    <a:lnTo>
                      <a:pt x="1" y="3840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9933FF"/>
              </a:solidFill>
              <a:ln w="9598" cap="flat">
                <a:solidFill>
                  <a:srgbClr val="9933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758" name="Graphic 7">
              <a:extLst>
                <a:ext uri="{FF2B5EF4-FFF2-40B4-BE49-F238E27FC236}">
                  <a16:creationId xmlns:a16="http://schemas.microsoft.com/office/drawing/2014/main" id="{2C584EFE-F38B-EF95-B962-116C9D1F7C4D}"/>
                </a:ext>
              </a:extLst>
            </p:cNvPr>
            <p:cNvGrpSpPr/>
            <p:nvPr/>
          </p:nvGrpSpPr>
          <p:grpSpPr>
            <a:xfrm>
              <a:off x="1865993" y="3677056"/>
              <a:ext cx="211243" cy="393680"/>
              <a:chOff x="1865993" y="3677056"/>
              <a:chExt cx="211243" cy="393680"/>
            </a:xfrm>
            <a:noFill/>
          </p:grpSpPr>
          <p:sp>
            <p:nvSpPr>
              <p:cNvPr id="759" name="Freeform: Shape 758">
                <a:extLst>
                  <a:ext uri="{FF2B5EF4-FFF2-40B4-BE49-F238E27FC236}">
                    <a16:creationId xmlns:a16="http://schemas.microsoft.com/office/drawing/2014/main" id="{1953D012-9418-DB5F-99D4-8E75FBA35050}"/>
                  </a:ext>
                </a:extLst>
              </p:cNvPr>
              <p:cNvSpPr/>
              <p:nvPr/>
            </p:nvSpPr>
            <p:spPr>
              <a:xfrm>
                <a:off x="1865993" y="3758673"/>
                <a:ext cx="211243" cy="192039"/>
              </a:xfrm>
              <a:custGeom>
                <a:avLst/>
                <a:gdLst>
                  <a:gd name="connsiteX0" fmla="*/ 1 w 211243"/>
                  <a:gd name="connsiteY0" fmla="*/ 1 h 192039"/>
                  <a:gd name="connsiteX1" fmla="*/ 211244 w 211243"/>
                  <a:gd name="connsiteY1" fmla="*/ 1 h 192039"/>
                  <a:gd name="connsiteX2" fmla="*/ 211244 w 211243"/>
                  <a:gd name="connsiteY2" fmla="*/ 192040 h 192039"/>
                  <a:gd name="connsiteX3" fmla="*/ 1 w 211243"/>
                  <a:gd name="connsiteY3" fmla="*/ 192040 h 1920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243" h="192039">
                    <a:moveTo>
                      <a:pt x="1" y="1"/>
                    </a:moveTo>
                    <a:lnTo>
                      <a:pt x="211244" y="1"/>
                    </a:lnTo>
                    <a:lnTo>
                      <a:pt x="211244" y="192040"/>
                    </a:lnTo>
                    <a:lnTo>
                      <a:pt x="1" y="192040"/>
                    </a:lnTo>
                    <a:close/>
                  </a:path>
                </a:pathLst>
              </a:custGeom>
              <a:noFill/>
              <a:ln w="95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pic>
            <p:nvPicPr>
              <p:cNvPr id="760" name="Picture 759">
                <a:extLst>
                  <a:ext uri="{FF2B5EF4-FFF2-40B4-BE49-F238E27FC236}">
                    <a16:creationId xmlns:a16="http://schemas.microsoft.com/office/drawing/2014/main" id="{D5F3EB47-2546-34B8-EAAE-26E1A7347A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870794" y="3677056"/>
                <a:ext cx="192039" cy="393680"/>
              </a:xfrm>
              <a:custGeom>
                <a:avLst/>
                <a:gdLst>
                  <a:gd name="connsiteX0" fmla="*/ 0 w 192039"/>
                  <a:gd name="connsiteY0" fmla="*/ 0 h 393680"/>
                  <a:gd name="connsiteX1" fmla="*/ 192039 w 192039"/>
                  <a:gd name="connsiteY1" fmla="*/ 0 h 393680"/>
                  <a:gd name="connsiteX2" fmla="*/ 192039 w 192039"/>
                  <a:gd name="connsiteY2" fmla="*/ 393681 h 393680"/>
                  <a:gd name="connsiteX3" fmla="*/ 0 w 192039"/>
                  <a:gd name="connsiteY3" fmla="*/ 393681 h 393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039" h="393680">
                    <a:moveTo>
                      <a:pt x="0" y="0"/>
                    </a:moveTo>
                    <a:lnTo>
                      <a:pt x="192039" y="0"/>
                    </a:lnTo>
                    <a:lnTo>
                      <a:pt x="192039" y="393681"/>
                    </a:lnTo>
                    <a:lnTo>
                      <a:pt x="0" y="393681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798" name="Graphic 7">
            <a:extLst>
              <a:ext uri="{FF2B5EF4-FFF2-40B4-BE49-F238E27FC236}">
                <a16:creationId xmlns:a16="http://schemas.microsoft.com/office/drawing/2014/main" id="{186EBBB1-2D5E-7508-1949-AFCD32140E3B}"/>
              </a:ext>
            </a:extLst>
          </p:cNvPr>
          <p:cNvGrpSpPr/>
          <p:nvPr/>
        </p:nvGrpSpPr>
        <p:grpSpPr>
          <a:xfrm>
            <a:off x="439616" y="1827612"/>
            <a:ext cx="3907999" cy="1982805"/>
            <a:chOff x="3767182" y="1233356"/>
            <a:chExt cx="3907999" cy="1982805"/>
          </a:xfrm>
        </p:grpSpPr>
        <p:pic>
          <p:nvPicPr>
            <p:cNvPr id="799" name="Picture 798">
              <a:extLst>
                <a:ext uri="{FF2B5EF4-FFF2-40B4-BE49-F238E27FC236}">
                  <a16:creationId xmlns:a16="http://schemas.microsoft.com/office/drawing/2014/main" id="{992F69B5-BE3C-646B-829F-883184C49F3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848799" y="1233356"/>
              <a:ext cx="326466" cy="422486"/>
            </a:xfrm>
            <a:custGeom>
              <a:avLst/>
              <a:gdLst>
                <a:gd name="connsiteX0" fmla="*/ 0 w 326466"/>
                <a:gd name="connsiteY0" fmla="*/ 0 h 422486"/>
                <a:gd name="connsiteX1" fmla="*/ 326467 w 326466"/>
                <a:gd name="connsiteY1" fmla="*/ 0 h 422486"/>
                <a:gd name="connsiteX2" fmla="*/ 326467 w 326466"/>
                <a:gd name="connsiteY2" fmla="*/ 422486 h 422486"/>
                <a:gd name="connsiteX3" fmla="*/ 0 w 326466"/>
                <a:gd name="connsiteY3" fmla="*/ 422486 h 422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6466" h="422486">
                  <a:moveTo>
                    <a:pt x="0" y="0"/>
                  </a:moveTo>
                  <a:lnTo>
                    <a:pt x="326467" y="0"/>
                  </a:lnTo>
                  <a:lnTo>
                    <a:pt x="326467" y="422486"/>
                  </a:lnTo>
                  <a:lnTo>
                    <a:pt x="0" y="422486"/>
                  </a:lnTo>
                  <a:close/>
                </a:path>
              </a:pathLst>
            </a:custGeom>
          </p:spPr>
        </p:pic>
        <p:grpSp>
          <p:nvGrpSpPr>
            <p:cNvPr id="800" name="Graphic 7">
              <a:extLst>
                <a:ext uri="{FF2B5EF4-FFF2-40B4-BE49-F238E27FC236}">
                  <a16:creationId xmlns:a16="http://schemas.microsoft.com/office/drawing/2014/main" id="{CB417944-2C07-C02B-3CEB-AABDB745EDB0}"/>
                </a:ext>
              </a:extLst>
            </p:cNvPr>
            <p:cNvGrpSpPr/>
            <p:nvPr/>
          </p:nvGrpSpPr>
          <p:grpSpPr>
            <a:xfrm>
              <a:off x="3767182" y="1468605"/>
              <a:ext cx="3907999" cy="1747557"/>
              <a:chOff x="3767182" y="1468605"/>
              <a:chExt cx="3907999" cy="1747557"/>
            </a:xfrm>
          </p:grpSpPr>
          <p:grpSp>
            <p:nvGrpSpPr>
              <p:cNvPr id="801" name="Graphic 7">
                <a:extLst>
                  <a:ext uri="{FF2B5EF4-FFF2-40B4-BE49-F238E27FC236}">
                    <a16:creationId xmlns:a16="http://schemas.microsoft.com/office/drawing/2014/main" id="{2D7EB6D2-356E-0B35-C759-0263042B22CF}"/>
                  </a:ext>
                </a:extLst>
              </p:cNvPr>
              <p:cNvGrpSpPr/>
              <p:nvPr/>
            </p:nvGrpSpPr>
            <p:grpSpPr>
              <a:xfrm>
                <a:off x="3911211" y="1708654"/>
                <a:ext cx="192039" cy="192039"/>
                <a:chOff x="3911211" y="1708654"/>
                <a:chExt cx="192039" cy="192039"/>
              </a:xfrm>
            </p:grpSpPr>
            <p:sp>
              <p:nvSpPr>
                <p:cNvPr id="961" name="Freeform: Shape 960">
                  <a:extLst>
                    <a:ext uri="{FF2B5EF4-FFF2-40B4-BE49-F238E27FC236}">
                      <a16:creationId xmlns:a16="http://schemas.microsoft.com/office/drawing/2014/main" id="{A414DBA6-95E2-7E4E-EAB2-121217C602D7}"/>
                    </a:ext>
                  </a:extLst>
                </p:cNvPr>
                <p:cNvSpPr/>
                <p:nvPr/>
              </p:nvSpPr>
              <p:spPr>
                <a:xfrm>
                  <a:off x="3911211" y="1708654"/>
                  <a:ext cx="192039" cy="192039"/>
                </a:xfrm>
                <a:custGeom>
                  <a:avLst/>
                  <a:gdLst>
                    <a:gd name="connsiteX0" fmla="*/ 192040 w 192039"/>
                    <a:gd name="connsiteY0" fmla="*/ 96020 h 192039"/>
                    <a:gd name="connsiteX1" fmla="*/ 96020 w 192039"/>
                    <a:gd name="connsiteY1" fmla="*/ 192040 h 192039"/>
                    <a:gd name="connsiteX2" fmla="*/ 1 w 192039"/>
                    <a:gd name="connsiteY2" fmla="*/ 96020 h 192039"/>
                    <a:gd name="connsiteX3" fmla="*/ 96020 w 192039"/>
                    <a:gd name="connsiteY3" fmla="*/ 1 h 192039"/>
                    <a:gd name="connsiteX4" fmla="*/ 192040 w 192039"/>
                    <a:gd name="connsiteY4" fmla="*/ 96020 h 1920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92039" h="192039">
                      <a:moveTo>
                        <a:pt x="192040" y="96020"/>
                      </a:moveTo>
                      <a:cubicBezTo>
                        <a:pt x="192040" y="149050"/>
                        <a:pt x="149050" y="192040"/>
                        <a:pt x="96020" y="192040"/>
                      </a:cubicBezTo>
                      <a:cubicBezTo>
                        <a:pt x="42990" y="192040"/>
                        <a:pt x="1" y="149050"/>
                        <a:pt x="1" y="96020"/>
                      </a:cubicBezTo>
                      <a:cubicBezTo>
                        <a:pt x="1" y="42990"/>
                        <a:pt x="42990" y="1"/>
                        <a:pt x="96020" y="1"/>
                      </a:cubicBezTo>
                      <a:cubicBezTo>
                        <a:pt x="149050" y="1"/>
                        <a:pt x="192040" y="42990"/>
                        <a:pt x="192040" y="960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62" name="Freeform: Shape 961">
                  <a:extLst>
                    <a:ext uri="{FF2B5EF4-FFF2-40B4-BE49-F238E27FC236}">
                      <a16:creationId xmlns:a16="http://schemas.microsoft.com/office/drawing/2014/main" id="{E75DB6B7-AB51-3D7E-E6FD-896A06690BF8}"/>
                    </a:ext>
                  </a:extLst>
                </p:cNvPr>
                <p:cNvSpPr/>
                <p:nvPr/>
              </p:nvSpPr>
              <p:spPr>
                <a:xfrm>
                  <a:off x="3968823" y="1775867"/>
                  <a:ext cx="76815" cy="57611"/>
                </a:xfrm>
                <a:custGeom>
                  <a:avLst/>
                  <a:gdLst>
                    <a:gd name="connsiteX0" fmla="*/ 1 w 76815"/>
                    <a:gd name="connsiteY0" fmla="*/ 28806 h 57611"/>
                    <a:gd name="connsiteX1" fmla="*/ 19204 w 76815"/>
                    <a:gd name="connsiteY1" fmla="*/ 1 h 57611"/>
                    <a:gd name="connsiteX2" fmla="*/ 38408 w 76815"/>
                    <a:gd name="connsiteY2" fmla="*/ 28806 h 57611"/>
                    <a:gd name="connsiteX3" fmla="*/ 57612 w 76815"/>
                    <a:gd name="connsiteY3" fmla="*/ 57612 h 57611"/>
                    <a:gd name="connsiteX4" fmla="*/ 76816 w 76815"/>
                    <a:gd name="connsiteY4" fmla="*/ 28806 h 576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6815" h="57611">
                      <a:moveTo>
                        <a:pt x="1" y="28806"/>
                      </a:moveTo>
                      <a:cubicBezTo>
                        <a:pt x="5118" y="9602"/>
                        <a:pt x="11523" y="1"/>
                        <a:pt x="19204" y="1"/>
                      </a:cubicBezTo>
                      <a:cubicBezTo>
                        <a:pt x="26886" y="1"/>
                        <a:pt x="33291" y="9602"/>
                        <a:pt x="38408" y="28806"/>
                      </a:cubicBezTo>
                      <a:cubicBezTo>
                        <a:pt x="42249" y="48010"/>
                        <a:pt x="48654" y="57612"/>
                        <a:pt x="57612" y="57612"/>
                      </a:cubicBezTo>
                      <a:cubicBezTo>
                        <a:pt x="65294" y="57612"/>
                        <a:pt x="71698" y="48010"/>
                        <a:pt x="76816" y="28806"/>
                      </a:cubicBezTo>
                    </a:path>
                  </a:pathLst>
                </a:custGeom>
                <a:noFill/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02" name="Graphic 7">
                <a:extLst>
                  <a:ext uri="{FF2B5EF4-FFF2-40B4-BE49-F238E27FC236}">
                    <a16:creationId xmlns:a16="http://schemas.microsoft.com/office/drawing/2014/main" id="{6CEBB852-3065-8B8C-0575-D1838F69886C}"/>
                  </a:ext>
                </a:extLst>
              </p:cNvPr>
              <p:cNvGrpSpPr/>
              <p:nvPr/>
            </p:nvGrpSpPr>
            <p:grpSpPr>
              <a:xfrm>
                <a:off x="3767182" y="2188752"/>
                <a:ext cx="96019" cy="96019"/>
                <a:chOff x="3767182" y="2188752"/>
                <a:chExt cx="96019" cy="96019"/>
              </a:xfrm>
              <a:noFill/>
            </p:grpSpPr>
            <p:sp>
              <p:nvSpPr>
                <p:cNvPr id="959" name="Freeform: Shape 958">
                  <a:extLst>
                    <a:ext uri="{FF2B5EF4-FFF2-40B4-BE49-F238E27FC236}">
                      <a16:creationId xmlns:a16="http://schemas.microsoft.com/office/drawing/2014/main" id="{AA150295-1120-25D8-9191-B547D7613233}"/>
                    </a:ext>
                  </a:extLst>
                </p:cNvPr>
                <p:cNvSpPr/>
                <p:nvPr/>
              </p:nvSpPr>
              <p:spPr>
                <a:xfrm>
                  <a:off x="3767182" y="2188752"/>
                  <a:ext cx="96019" cy="96019"/>
                </a:xfrm>
                <a:custGeom>
                  <a:avLst/>
                  <a:gdLst>
                    <a:gd name="connsiteX0" fmla="*/ 1 w 96019"/>
                    <a:gd name="connsiteY0" fmla="*/ 1 h 96019"/>
                    <a:gd name="connsiteX1" fmla="*/ 96020 w 96019"/>
                    <a:gd name="connsiteY1" fmla="*/ 1 h 96019"/>
                    <a:gd name="connsiteX2" fmla="*/ 96020 w 96019"/>
                    <a:gd name="connsiteY2" fmla="*/ 96020 h 96019"/>
                    <a:gd name="connsiteX3" fmla="*/ 1 w 96019"/>
                    <a:gd name="connsiteY3" fmla="*/ 96020 h 960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6019" h="96019">
                      <a:moveTo>
                        <a:pt x="1" y="1"/>
                      </a:moveTo>
                      <a:lnTo>
                        <a:pt x="96020" y="1"/>
                      </a:lnTo>
                      <a:lnTo>
                        <a:pt x="96020" y="96020"/>
                      </a:lnTo>
                      <a:lnTo>
                        <a:pt x="1" y="96020"/>
                      </a:lnTo>
                      <a:close/>
                    </a:path>
                  </a:pathLst>
                </a:custGeom>
                <a:noFill/>
                <a:ln w="959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60" name="Freeform: Shape 959">
                  <a:extLst>
                    <a:ext uri="{FF2B5EF4-FFF2-40B4-BE49-F238E27FC236}">
                      <a16:creationId xmlns:a16="http://schemas.microsoft.com/office/drawing/2014/main" id="{181D35BA-F5C9-A4C0-7E82-794DC7F18BA3}"/>
                    </a:ext>
                  </a:extLst>
                </p:cNvPr>
                <p:cNvSpPr/>
                <p:nvPr/>
              </p:nvSpPr>
              <p:spPr>
                <a:xfrm>
                  <a:off x="3767182" y="2188752"/>
                  <a:ext cx="96019" cy="96019"/>
                </a:xfrm>
                <a:custGeom>
                  <a:avLst/>
                  <a:gdLst>
                    <a:gd name="connsiteX0" fmla="*/ 1 w 96019"/>
                    <a:gd name="connsiteY0" fmla="*/ 24005 h 96019"/>
                    <a:gd name="connsiteX1" fmla="*/ 96020 w 96019"/>
                    <a:gd name="connsiteY1" fmla="*/ 24005 h 96019"/>
                    <a:gd name="connsiteX2" fmla="*/ 7682 w 96019"/>
                    <a:gd name="connsiteY2" fmla="*/ 36008 h 96019"/>
                    <a:gd name="connsiteX3" fmla="*/ 88339 w 96019"/>
                    <a:gd name="connsiteY3" fmla="*/ 36008 h 96019"/>
                    <a:gd name="connsiteX4" fmla="*/ 15364 w 96019"/>
                    <a:gd name="connsiteY4" fmla="*/ 48010 h 96019"/>
                    <a:gd name="connsiteX5" fmla="*/ 80657 w 96019"/>
                    <a:gd name="connsiteY5" fmla="*/ 48010 h 96019"/>
                    <a:gd name="connsiteX6" fmla="*/ 31687 w 96019"/>
                    <a:gd name="connsiteY6" fmla="*/ 72015 h 96019"/>
                    <a:gd name="connsiteX7" fmla="*/ 64334 w 96019"/>
                    <a:gd name="connsiteY7" fmla="*/ 72015 h 96019"/>
                    <a:gd name="connsiteX8" fmla="*/ 39369 w 96019"/>
                    <a:gd name="connsiteY8" fmla="*/ 84018 h 96019"/>
                    <a:gd name="connsiteX9" fmla="*/ 56652 w 96019"/>
                    <a:gd name="connsiteY9" fmla="*/ 84018 h 96019"/>
                    <a:gd name="connsiteX10" fmla="*/ 48010 w 96019"/>
                    <a:gd name="connsiteY10" fmla="*/ 1 h 96019"/>
                    <a:gd name="connsiteX11" fmla="*/ 48010 w 96019"/>
                    <a:gd name="connsiteY11" fmla="*/ 24005 h 96019"/>
                    <a:gd name="connsiteX12" fmla="*/ 24005 w 96019"/>
                    <a:gd name="connsiteY12" fmla="*/ 60013 h 96019"/>
                    <a:gd name="connsiteX13" fmla="*/ 72015 w 96019"/>
                    <a:gd name="connsiteY13" fmla="*/ 60013 h 96019"/>
                    <a:gd name="connsiteX14" fmla="*/ 47050 w 96019"/>
                    <a:gd name="connsiteY14" fmla="*/ 96020 h 96019"/>
                    <a:gd name="connsiteX15" fmla="*/ 48971 w 96019"/>
                    <a:gd name="connsiteY15" fmla="*/ 96020 h 960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96019" h="96019">
                      <a:moveTo>
                        <a:pt x="1" y="24005"/>
                      </a:moveTo>
                      <a:lnTo>
                        <a:pt x="96020" y="24005"/>
                      </a:lnTo>
                      <a:moveTo>
                        <a:pt x="7682" y="36008"/>
                      </a:moveTo>
                      <a:lnTo>
                        <a:pt x="88339" y="36008"/>
                      </a:lnTo>
                      <a:moveTo>
                        <a:pt x="15364" y="48010"/>
                      </a:moveTo>
                      <a:lnTo>
                        <a:pt x="80657" y="48010"/>
                      </a:lnTo>
                      <a:moveTo>
                        <a:pt x="31687" y="72015"/>
                      </a:moveTo>
                      <a:lnTo>
                        <a:pt x="64334" y="72015"/>
                      </a:lnTo>
                      <a:moveTo>
                        <a:pt x="39369" y="84018"/>
                      </a:moveTo>
                      <a:lnTo>
                        <a:pt x="56652" y="84018"/>
                      </a:lnTo>
                      <a:moveTo>
                        <a:pt x="48010" y="1"/>
                      </a:moveTo>
                      <a:lnTo>
                        <a:pt x="48010" y="24005"/>
                      </a:lnTo>
                      <a:moveTo>
                        <a:pt x="24005" y="60013"/>
                      </a:moveTo>
                      <a:lnTo>
                        <a:pt x="72015" y="60013"/>
                      </a:lnTo>
                      <a:moveTo>
                        <a:pt x="47050" y="96020"/>
                      </a:moveTo>
                      <a:lnTo>
                        <a:pt x="48971" y="96020"/>
                      </a:lnTo>
                    </a:path>
                  </a:pathLst>
                </a:custGeom>
                <a:noFill/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803" name="Freeform: Shape 802">
                <a:extLst>
                  <a:ext uri="{FF2B5EF4-FFF2-40B4-BE49-F238E27FC236}">
                    <a16:creationId xmlns:a16="http://schemas.microsoft.com/office/drawing/2014/main" id="{4BC22974-3CB3-7250-EE6A-096F15954622}"/>
                  </a:ext>
                </a:extLst>
              </p:cNvPr>
              <p:cNvSpPr/>
              <p:nvPr/>
            </p:nvSpPr>
            <p:spPr>
              <a:xfrm>
                <a:off x="3815192" y="1804673"/>
                <a:ext cx="96019" cy="384078"/>
              </a:xfrm>
              <a:custGeom>
                <a:avLst/>
                <a:gdLst>
                  <a:gd name="connsiteX0" fmla="*/ 1 w 96019"/>
                  <a:gd name="connsiteY0" fmla="*/ 384079 h 384078"/>
                  <a:gd name="connsiteX1" fmla="*/ 1 w 96019"/>
                  <a:gd name="connsiteY1" fmla="*/ 1 h 384078"/>
                  <a:gd name="connsiteX2" fmla="*/ 96020 w 96019"/>
                  <a:gd name="connsiteY2" fmla="*/ 1 h 3840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6019" h="384078">
                    <a:moveTo>
                      <a:pt x="1" y="384079"/>
                    </a:moveTo>
                    <a:lnTo>
                      <a:pt x="1" y="1"/>
                    </a:lnTo>
                    <a:lnTo>
                      <a:pt x="96020" y="1"/>
                    </a:lnTo>
                  </a:path>
                </a:pathLst>
              </a:custGeom>
              <a:noFill/>
              <a:ln w="959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804" name="Graphic 7">
                <a:extLst>
                  <a:ext uri="{FF2B5EF4-FFF2-40B4-BE49-F238E27FC236}">
                    <a16:creationId xmlns:a16="http://schemas.microsoft.com/office/drawing/2014/main" id="{DBAC0549-D584-F587-51D3-C6CBE0337DA6}"/>
                  </a:ext>
                </a:extLst>
              </p:cNvPr>
              <p:cNvGrpSpPr/>
              <p:nvPr/>
            </p:nvGrpSpPr>
            <p:grpSpPr>
              <a:xfrm>
                <a:off x="4103251" y="1708654"/>
                <a:ext cx="384078" cy="192039"/>
                <a:chOff x="4103251" y="1708654"/>
                <a:chExt cx="384078" cy="192039"/>
              </a:xfrm>
            </p:grpSpPr>
            <p:sp>
              <p:nvSpPr>
                <p:cNvPr id="953" name="Freeform: Shape 952">
                  <a:extLst>
                    <a:ext uri="{FF2B5EF4-FFF2-40B4-BE49-F238E27FC236}">
                      <a16:creationId xmlns:a16="http://schemas.microsoft.com/office/drawing/2014/main" id="{899F8E72-B296-0910-09CD-D48B22040B0B}"/>
                    </a:ext>
                  </a:extLst>
                </p:cNvPr>
                <p:cNvSpPr/>
                <p:nvPr/>
              </p:nvSpPr>
              <p:spPr>
                <a:xfrm>
                  <a:off x="4391310" y="1804673"/>
                  <a:ext cx="96019" cy="9601"/>
                </a:xfrm>
                <a:custGeom>
                  <a:avLst/>
                  <a:gdLst>
                    <a:gd name="connsiteX0" fmla="*/ 1 w 96019"/>
                    <a:gd name="connsiteY0" fmla="*/ 1 h 9601"/>
                    <a:gd name="connsiteX1" fmla="*/ 96020 w 96019"/>
                    <a:gd name="connsiteY1" fmla="*/ 1 h 96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96019" h="9601">
                      <a:moveTo>
                        <a:pt x="1" y="1"/>
                      </a:moveTo>
                      <a:lnTo>
                        <a:pt x="96020" y="1"/>
                      </a:lnTo>
                    </a:path>
                  </a:pathLst>
                </a:custGeom>
                <a:noFill/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54" name="Freeform: Shape 953">
                  <a:extLst>
                    <a:ext uri="{FF2B5EF4-FFF2-40B4-BE49-F238E27FC236}">
                      <a16:creationId xmlns:a16="http://schemas.microsoft.com/office/drawing/2014/main" id="{BDAFFFC7-C5F8-473F-ABE0-20BA015C24E3}"/>
                    </a:ext>
                  </a:extLst>
                </p:cNvPr>
                <p:cNvSpPr/>
                <p:nvPr/>
              </p:nvSpPr>
              <p:spPr>
                <a:xfrm>
                  <a:off x="4199270" y="1756663"/>
                  <a:ext cx="192039" cy="48010"/>
                </a:xfrm>
                <a:custGeom>
                  <a:avLst/>
                  <a:gdLst>
                    <a:gd name="connsiteX0" fmla="*/ 1 w 192039"/>
                    <a:gd name="connsiteY0" fmla="*/ 48011 h 48010"/>
                    <a:gd name="connsiteX1" fmla="*/ 192040 w 192039"/>
                    <a:gd name="connsiteY1" fmla="*/ 48011 h 480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92039" h="48010">
                      <a:moveTo>
                        <a:pt x="1" y="48011"/>
                      </a:moveTo>
                      <a:cubicBezTo>
                        <a:pt x="64017" y="-16003"/>
                        <a:pt x="128024" y="-16003"/>
                        <a:pt x="192040" y="48011"/>
                      </a:cubicBezTo>
                    </a:path>
                  </a:pathLst>
                </a:custGeom>
                <a:noFill/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55" name="Freeform: Shape 954">
                  <a:extLst>
                    <a:ext uri="{FF2B5EF4-FFF2-40B4-BE49-F238E27FC236}">
                      <a16:creationId xmlns:a16="http://schemas.microsoft.com/office/drawing/2014/main" id="{6CCB679F-5743-6E82-913B-3F406F2C4F8A}"/>
                    </a:ext>
                  </a:extLst>
                </p:cNvPr>
                <p:cNvSpPr/>
                <p:nvPr/>
              </p:nvSpPr>
              <p:spPr>
                <a:xfrm>
                  <a:off x="4103251" y="1804673"/>
                  <a:ext cx="96019" cy="9601"/>
                </a:xfrm>
                <a:custGeom>
                  <a:avLst/>
                  <a:gdLst>
                    <a:gd name="connsiteX0" fmla="*/ 1 w 96019"/>
                    <a:gd name="connsiteY0" fmla="*/ 1 h 9601"/>
                    <a:gd name="connsiteX1" fmla="*/ 96020 w 96019"/>
                    <a:gd name="connsiteY1" fmla="*/ 1 h 96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96019" h="9601">
                      <a:moveTo>
                        <a:pt x="1" y="1"/>
                      </a:moveTo>
                      <a:lnTo>
                        <a:pt x="96020" y="1"/>
                      </a:lnTo>
                    </a:path>
                  </a:pathLst>
                </a:custGeom>
                <a:noFill/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956" name="Graphic 7">
                  <a:extLst>
                    <a:ext uri="{FF2B5EF4-FFF2-40B4-BE49-F238E27FC236}">
                      <a16:creationId xmlns:a16="http://schemas.microsoft.com/office/drawing/2014/main" id="{6D3BEA1F-AB26-FFA9-A1DC-2ED25035D07A}"/>
                    </a:ext>
                  </a:extLst>
                </p:cNvPr>
                <p:cNvGrpSpPr/>
                <p:nvPr/>
              </p:nvGrpSpPr>
              <p:grpSpPr>
                <a:xfrm>
                  <a:off x="4199270" y="1708654"/>
                  <a:ext cx="192039" cy="192039"/>
                  <a:chOff x="4199270" y="1708654"/>
                  <a:chExt cx="192039" cy="192039"/>
                </a:xfrm>
              </p:grpSpPr>
              <p:sp>
                <p:nvSpPr>
                  <p:cNvPr id="957" name="Freeform: Shape 956">
                    <a:extLst>
                      <a:ext uri="{FF2B5EF4-FFF2-40B4-BE49-F238E27FC236}">
                        <a16:creationId xmlns:a16="http://schemas.microsoft.com/office/drawing/2014/main" id="{CD04B8AA-DC59-02B3-E6FD-DA211DBC1956}"/>
                      </a:ext>
                    </a:extLst>
                  </p:cNvPr>
                  <p:cNvSpPr/>
                  <p:nvPr/>
                </p:nvSpPr>
                <p:spPr>
                  <a:xfrm>
                    <a:off x="4266484" y="1775867"/>
                    <a:ext cx="57611" cy="57611"/>
                  </a:xfrm>
                  <a:custGeom>
                    <a:avLst/>
                    <a:gdLst>
                      <a:gd name="connsiteX0" fmla="*/ 57612 w 57611"/>
                      <a:gd name="connsiteY0" fmla="*/ 28806 h 57611"/>
                      <a:gd name="connsiteX1" fmla="*/ 28806 w 57611"/>
                      <a:gd name="connsiteY1" fmla="*/ 57612 h 57611"/>
                      <a:gd name="connsiteX2" fmla="*/ 1 w 57611"/>
                      <a:gd name="connsiteY2" fmla="*/ 28806 h 57611"/>
                      <a:gd name="connsiteX3" fmla="*/ 28806 w 57611"/>
                      <a:gd name="connsiteY3" fmla="*/ 1 h 57611"/>
                      <a:gd name="connsiteX4" fmla="*/ 57612 w 57611"/>
                      <a:gd name="connsiteY4" fmla="*/ 28806 h 5761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7611" h="57611">
                        <a:moveTo>
                          <a:pt x="57612" y="28806"/>
                        </a:moveTo>
                        <a:cubicBezTo>
                          <a:pt x="57612" y="44715"/>
                          <a:pt x="44716" y="57612"/>
                          <a:pt x="28806" y="57612"/>
                        </a:cubicBezTo>
                        <a:cubicBezTo>
                          <a:pt x="12897" y="57612"/>
                          <a:pt x="1" y="44715"/>
                          <a:pt x="1" y="28806"/>
                        </a:cubicBezTo>
                        <a:cubicBezTo>
                          <a:pt x="1" y="12897"/>
                          <a:pt x="12897" y="1"/>
                          <a:pt x="28806" y="1"/>
                        </a:cubicBezTo>
                        <a:cubicBezTo>
                          <a:pt x="44716" y="1"/>
                          <a:pt x="57612" y="12897"/>
                          <a:pt x="57612" y="28806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959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958" name="Freeform: Shape 957">
                    <a:extLst>
                      <a:ext uri="{FF2B5EF4-FFF2-40B4-BE49-F238E27FC236}">
                        <a16:creationId xmlns:a16="http://schemas.microsoft.com/office/drawing/2014/main" id="{95828B58-B677-D343-6E73-2D29B57C2FCC}"/>
                      </a:ext>
                    </a:extLst>
                  </p:cNvPr>
                  <p:cNvSpPr/>
                  <p:nvPr/>
                </p:nvSpPr>
                <p:spPr>
                  <a:xfrm>
                    <a:off x="4199270" y="1708654"/>
                    <a:ext cx="192039" cy="192039"/>
                  </a:xfrm>
                  <a:custGeom>
                    <a:avLst/>
                    <a:gdLst>
                      <a:gd name="connsiteX0" fmla="*/ 1 w 192039"/>
                      <a:gd name="connsiteY0" fmla="*/ 1 h 192039"/>
                      <a:gd name="connsiteX1" fmla="*/ 192040 w 192039"/>
                      <a:gd name="connsiteY1" fmla="*/ 1 h 192039"/>
                      <a:gd name="connsiteX2" fmla="*/ 192040 w 192039"/>
                      <a:gd name="connsiteY2" fmla="*/ 192040 h 192039"/>
                      <a:gd name="connsiteX3" fmla="*/ 1 w 192039"/>
                      <a:gd name="connsiteY3" fmla="*/ 192040 h 19203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92039" h="192039">
                        <a:moveTo>
                          <a:pt x="1" y="1"/>
                        </a:moveTo>
                        <a:lnTo>
                          <a:pt x="192040" y="1"/>
                        </a:lnTo>
                        <a:lnTo>
                          <a:pt x="192040" y="192040"/>
                        </a:lnTo>
                        <a:lnTo>
                          <a:pt x="1" y="192040"/>
                        </a:lnTo>
                        <a:close/>
                      </a:path>
                    </a:pathLst>
                  </a:custGeom>
                  <a:noFill/>
                  <a:ln w="959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805" name="Graphic 7">
                <a:extLst>
                  <a:ext uri="{FF2B5EF4-FFF2-40B4-BE49-F238E27FC236}">
                    <a16:creationId xmlns:a16="http://schemas.microsoft.com/office/drawing/2014/main" id="{C1624642-EC84-149A-0D19-47813311BB71}"/>
                  </a:ext>
                </a:extLst>
              </p:cNvPr>
              <p:cNvGrpSpPr/>
              <p:nvPr/>
            </p:nvGrpSpPr>
            <p:grpSpPr>
              <a:xfrm>
                <a:off x="5015437" y="1708654"/>
                <a:ext cx="384078" cy="192039"/>
                <a:chOff x="5015437" y="1708654"/>
                <a:chExt cx="384078" cy="192039"/>
              </a:xfrm>
            </p:grpSpPr>
            <p:sp>
              <p:nvSpPr>
                <p:cNvPr id="947" name="Freeform: Shape 946">
                  <a:extLst>
                    <a:ext uri="{FF2B5EF4-FFF2-40B4-BE49-F238E27FC236}">
                      <a16:creationId xmlns:a16="http://schemas.microsoft.com/office/drawing/2014/main" id="{F75278F5-2596-4C51-08D4-A137DBC2031B}"/>
                    </a:ext>
                  </a:extLst>
                </p:cNvPr>
                <p:cNvSpPr/>
                <p:nvPr/>
              </p:nvSpPr>
              <p:spPr>
                <a:xfrm>
                  <a:off x="5303496" y="1804673"/>
                  <a:ext cx="96019" cy="9601"/>
                </a:xfrm>
                <a:custGeom>
                  <a:avLst/>
                  <a:gdLst>
                    <a:gd name="connsiteX0" fmla="*/ 1 w 96019"/>
                    <a:gd name="connsiteY0" fmla="*/ 1 h 9601"/>
                    <a:gd name="connsiteX1" fmla="*/ 96020 w 96019"/>
                    <a:gd name="connsiteY1" fmla="*/ 1 h 96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96019" h="9601">
                      <a:moveTo>
                        <a:pt x="1" y="1"/>
                      </a:moveTo>
                      <a:lnTo>
                        <a:pt x="96020" y="1"/>
                      </a:lnTo>
                    </a:path>
                  </a:pathLst>
                </a:custGeom>
                <a:noFill/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48" name="Freeform: Shape 947">
                  <a:extLst>
                    <a:ext uri="{FF2B5EF4-FFF2-40B4-BE49-F238E27FC236}">
                      <a16:creationId xmlns:a16="http://schemas.microsoft.com/office/drawing/2014/main" id="{CF8BCBE8-4B56-3553-07DB-E151D894E4F0}"/>
                    </a:ext>
                  </a:extLst>
                </p:cNvPr>
                <p:cNvSpPr/>
                <p:nvPr/>
              </p:nvSpPr>
              <p:spPr>
                <a:xfrm>
                  <a:off x="5111457" y="1756663"/>
                  <a:ext cx="192039" cy="48010"/>
                </a:xfrm>
                <a:custGeom>
                  <a:avLst/>
                  <a:gdLst>
                    <a:gd name="connsiteX0" fmla="*/ 1 w 192039"/>
                    <a:gd name="connsiteY0" fmla="*/ 48011 h 48010"/>
                    <a:gd name="connsiteX1" fmla="*/ 192040 w 192039"/>
                    <a:gd name="connsiteY1" fmla="*/ 48011 h 480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92039" h="48010">
                      <a:moveTo>
                        <a:pt x="1" y="48011"/>
                      </a:moveTo>
                      <a:cubicBezTo>
                        <a:pt x="64017" y="-16003"/>
                        <a:pt x="128024" y="-16003"/>
                        <a:pt x="192040" y="48011"/>
                      </a:cubicBezTo>
                    </a:path>
                  </a:pathLst>
                </a:custGeom>
                <a:noFill/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49" name="Freeform: Shape 948">
                  <a:extLst>
                    <a:ext uri="{FF2B5EF4-FFF2-40B4-BE49-F238E27FC236}">
                      <a16:creationId xmlns:a16="http://schemas.microsoft.com/office/drawing/2014/main" id="{DB3EF4BD-9192-A422-4AC2-B93B44E64F06}"/>
                    </a:ext>
                  </a:extLst>
                </p:cNvPr>
                <p:cNvSpPr/>
                <p:nvPr/>
              </p:nvSpPr>
              <p:spPr>
                <a:xfrm>
                  <a:off x="5015437" y="1804673"/>
                  <a:ext cx="96019" cy="9601"/>
                </a:xfrm>
                <a:custGeom>
                  <a:avLst/>
                  <a:gdLst>
                    <a:gd name="connsiteX0" fmla="*/ 1 w 96019"/>
                    <a:gd name="connsiteY0" fmla="*/ 1 h 9601"/>
                    <a:gd name="connsiteX1" fmla="*/ 96020 w 96019"/>
                    <a:gd name="connsiteY1" fmla="*/ 1 h 96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96019" h="9601">
                      <a:moveTo>
                        <a:pt x="1" y="1"/>
                      </a:moveTo>
                      <a:lnTo>
                        <a:pt x="96020" y="1"/>
                      </a:lnTo>
                    </a:path>
                  </a:pathLst>
                </a:custGeom>
                <a:noFill/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950" name="Graphic 7">
                  <a:extLst>
                    <a:ext uri="{FF2B5EF4-FFF2-40B4-BE49-F238E27FC236}">
                      <a16:creationId xmlns:a16="http://schemas.microsoft.com/office/drawing/2014/main" id="{DADC5D85-2A4A-51E6-6BBC-BF82BF2088E6}"/>
                    </a:ext>
                  </a:extLst>
                </p:cNvPr>
                <p:cNvGrpSpPr/>
                <p:nvPr/>
              </p:nvGrpSpPr>
              <p:grpSpPr>
                <a:xfrm>
                  <a:off x="5111457" y="1708654"/>
                  <a:ext cx="192039" cy="192039"/>
                  <a:chOff x="5111457" y="1708654"/>
                  <a:chExt cx="192039" cy="192039"/>
                </a:xfrm>
              </p:grpSpPr>
              <p:sp>
                <p:nvSpPr>
                  <p:cNvPr id="951" name="Freeform: Shape 950">
                    <a:extLst>
                      <a:ext uri="{FF2B5EF4-FFF2-40B4-BE49-F238E27FC236}">
                        <a16:creationId xmlns:a16="http://schemas.microsoft.com/office/drawing/2014/main" id="{4A7DA205-0E92-D5B3-B742-7DE564666BD3}"/>
                      </a:ext>
                    </a:extLst>
                  </p:cNvPr>
                  <p:cNvSpPr/>
                  <p:nvPr/>
                </p:nvSpPr>
                <p:spPr>
                  <a:xfrm>
                    <a:off x="5178671" y="1775867"/>
                    <a:ext cx="57611" cy="57611"/>
                  </a:xfrm>
                  <a:custGeom>
                    <a:avLst/>
                    <a:gdLst>
                      <a:gd name="connsiteX0" fmla="*/ 57612 w 57611"/>
                      <a:gd name="connsiteY0" fmla="*/ 28806 h 57611"/>
                      <a:gd name="connsiteX1" fmla="*/ 28806 w 57611"/>
                      <a:gd name="connsiteY1" fmla="*/ 57612 h 57611"/>
                      <a:gd name="connsiteX2" fmla="*/ 1 w 57611"/>
                      <a:gd name="connsiteY2" fmla="*/ 28806 h 57611"/>
                      <a:gd name="connsiteX3" fmla="*/ 28806 w 57611"/>
                      <a:gd name="connsiteY3" fmla="*/ 1 h 57611"/>
                      <a:gd name="connsiteX4" fmla="*/ 57612 w 57611"/>
                      <a:gd name="connsiteY4" fmla="*/ 28806 h 5761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7611" h="57611">
                        <a:moveTo>
                          <a:pt x="57612" y="28806"/>
                        </a:moveTo>
                        <a:cubicBezTo>
                          <a:pt x="57612" y="44715"/>
                          <a:pt x="44716" y="57612"/>
                          <a:pt x="28806" y="57612"/>
                        </a:cubicBezTo>
                        <a:cubicBezTo>
                          <a:pt x="12897" y="57612"/>
                          <a:pt x="1" y="44715"/>
                          <a:pt x="1" y="28806"/>
                        </a:cubicBezTo>
                        <a:cubicBezTo>
                          <a:pt x="1" y="12897"/>
                          <a:pt x="12897" y="1"/>
                          <a:pt x="28806" y="1"/>
                        </a:cubicBezTo>
                        <a:cubicBezTo>
                          <a:pt x="44716" y="1"/>
                          <a:pt x="57612" y="12897"/>
                          <a:pt x="57612" y="28806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959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952" name="Freeform: Shape 951">
                    <a:extLst>
                      <a:ext uri="{FF2B5EF4-FFF2-40B4-BE49-F238E27FC236}">
                        <a16:creationId xmlns:a16="http://schemas.microsoft.com/office/drawing/2014/main" id="{725826A5-E722-8318-E8A2-E251ABA6E596}"/>
                      </a:ext>
                    </a:extLst>
                  </p:cNvPr>
                  <p:cNvSpPr/>
                  <p:nvPr/>
                </p:nvSpPr>
                <p:spPr>
                  <a:xfrm>
                    <a:off x="5111457" y="1708654"/>
                    <a:ext cx="192039" cy="192039"/>
                  </a:xfrm>
                  <a:custGeom>
                    <a:avLst/>
                    <a:gdLst>
                      <a:gd name="connsiteX0" fmla="*/ 1 w 192039"/>
                      <a:gd name="connsiteY0" fmla="*/ 1 h 192039"/>
                      <a:gd name="connsiteX1" fmla="*/ 192040 w 192039"/>
                      <a:gd name="connsiteY1" fmla="*/ 1 h 192039"/>
                      <a:gd name="connsiteX2" fmla="*/ 192040 w 192039"/>
                      <a:gd name="connsiteY2" fmla="*/ 192040 h 192039"/>
                      <a:gd name="connsiteX3" fmla="*/ 1 w 192039"/>
                      <a:gd name="connsiteY3" fmla="*/ 192040 h 19203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92039" h="192039">
                        <a:moveTo>
                          <a:pt x="1" y="1"/>
                        </a:moveTo>
                        <a:lnTo>
                          <a:pt x="192040" y="1"/>
                        </a:lnTo>
                        <a:lnTo>
                          <a:pt x="192040" y="192040"/>
                        </a:lnTo>
                        <a:lnTo>
                          <a:pt x="1" y="192040"/>
                        </a:lnTo>
                        <a:close/>
                      </a:path>
                    </a:pathLst>
                  </a:custGeom>
                  <a:noFill/>
                  <a:ln w="959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806" name="Graphic 7">
                <a:extLst>
                  <a:ext uri="{FF2B5EF4-FFF2-40B4-BE49-F238E27FC236}">
                    <a16:creationId xmlns:a16="http://schemas.microsoft.com/office/drawing/2014/main" id="{3E6490C5-F530-1F17-4696-E79FD0F66D41}"/>
                  </a:ext>
                </a:extLst>
              </p:cNvPr>
              <p:cNvGrpSpPr/>
              <p:nvPr/>
            </p:nvGrpSpPr>
            <p:grpSpPr>
              <a:xfrm>
                <a:off x="5447526" y="1785469"/>
                <a:ext cx="192039" cy="38407"/>
                <a:chOff x="5447526" y="1785469"/>
                <a:chExt cx="192039" cy="38407"/>
              </a:xfrm>
              <a:noFill/>
            </p:grpSpPr>
            <p:sp>
              <p:nvSpPr>
                <p:cNvPr id="945" name="Freeform: Shape 944">
                  <a:extLst>
                    <a:ext uri="{FF2B5EF4-FFF2-40B4-BE49-F238E27FC236}">
                      <a16:creationId xmlns:a16="http://schemas.microsoft.com/office/drawing/2014/main" id="{5E41742F-F3DD-9996-6975-3252A0C8A162}"/>
                    </a:ext>
                  </a:extLst>
                </p:cNvPr>
                <p:cNvSpPr/>
                <p:nvPr/>
              </p:nvSpPr>
              <p:spPr>
                <a:xfrm rot="10800000">
                  <a:off x="5447526" y="1785469"/>
                  <a:ext cx="192039" cy="38407"/>
                </a:xfrm>
                <a:custGeom>
                  <a:avLst/>
                  <a:gdLst>
                    <a:gd name="connsiteX0" fmla="*/ 1 w 192039"/>
                    <a:gd name="connsiteY0" fmla="*/ 1 h 38407"/>
                    <a:gd name="connsiteX1" fmla="*/ 192040 w 192039"/>
                    <a:gd name="connsiteY1" fmla="*/ 1 h 38407"/>
                    <a:gd name="connsiteX2" fmla="*/ 192040 w 192039"/>
                    <a:gd name="connsiteY2" fmla="*/ 38408 h 38407"/>
                    <a:gd name="connsiteX3" fmla="*/ 1 w 192039"/>
                    <a:gd name="connsiteY3" fmla="*/ 38408 h 384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039" h="38407">
                      <a:moveTo>
                        <a:pt x="1" y="1"/>
                      </a:moveTo>
                      <a:lnTo>
                        <a:pt x="192040" y="1"/>
                      </a:lnTo>
                      <a:lnTo>
                        <a:pt x="192040" y="38408"/>
                      </a:lnTo>
                      <a:lnTo>
                        <a:pt x="1" y="38408"/>
                      </a:lnTo>
                      <a:close/>
                    </a:path>
                  </a:pathLst>
                </a:custGeom>
                <a:noFill/>
                <a:ln w="959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46" name="Freeform: Shape 945">
                  <a:extLst>
                    <a:ext uri="{FF2B5EF4-FFF2-40B4-BE49-F238E27FC236}">
                      <a16:creationId xmlns:a16="http://schemas.microsoft.com/office/drawing/2014/main" id="{D4911F42-3FB1-F456-FA21-495E41D41838}"/>
                    </a:ext>
                  </a:extLst>
                </p:cNvPr>
                <p:cNvSpPr/>
                <p:nvPr/>
              </p:nvSpPr>
              <p:spPr>
                <a:xfrm rot="10800000">
                  <a:off x="5447526" y="1785469"/>
                  <a:ext cx="192039" cy="38407"/>
                </a:xfrm>
                <a:custGeom>
                  <a:avLst/>
                  <a:gdLst>
                    <a:gd name="connsiteX0" fmla="*/ 1 w 192039"/>
                    <a:gd name="connsiteY0" fmla="*/ 19204 h 38407"/>
                    <a:gd name="connsiteX1" fmla="*/ 34567 w 192039"/>
                    <a:gd name="connsiteY1" fmla="*/ 19204 h 38407"/>
                    <a:gd name="connsiteX2" fmla="*/ 42249 w 192039"/>
                    <a:gd name="connsiteY2" fmla="*/ 1 h 38407"/>
                    <a:gd name="connsiteX3" fmla="*/ 57612 w 192039"/>
                    <a:gd name="connsiteY3" fmla="*/ 38408 h 38407"/>
                    <a:gd name="connsiteX4" fmla="*/ 72975 w 192039"/>
                    <a:gd name="connsiteY4" fmla="*/ 1 h 38407"/>
                    <a:gd name="connsiteX5" fmla="*/ 88339 w 192039"/>
                    <a:gd name="connsiteY5" fmla="*/ 38408 h 38407"/>
                    <a:gd name="connsiteX6" fmla="*/ 103702 w 192039"/>
                    <a:gd name="connsiteY6" fmla="*/ 1 h 38407"/>
                    <a:gd name="connsiteX7" fmla="*/ 119065 w 192039"/>
                    <a:gd name="connsiteY7" fmla="*/ 38408 h 38407"/>
                    <a:gd name="connsiteX8" fmla="*/ 134428 w 192039"/>
                    <a:gd name="connsiteY8" fmla="*/ 1 h 38407"/>
                    <a:gd name="connsiteX9" fmla="*/ 149791 w 192039"/>
                    <a:gd name="connsiteY9" fmla="*/ 38408 h 38407"/>
                    <a:gd name="connsiteX10" fmla="*/ 157473 w 192039"/>
                    <a:gd name="connsiteY10" fmla="*/ 19204 h 38407"/>
                    <a:gd name="connsiteX11" fmla="*/ 192040 w 192039"/>
                    <a:gd name="connsiteY11" fmla="*/ 19204 h 384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92039" h="38407">
                      <a:moveTo>
                        <a:pt x="1" y="19204"/>
                      </a:moveTo>
                      <a:lnTo>
                        <a:pt x="34567" y="19204"/>
                      </a:lnTo>
                      <a:lnTo>
                        <a:pt x="42249" y="1"/>
                      </a:lnTo>
                      <a:lnTo>
                        <a:pt x="57612" y="38408"/>
                      </a:lnTo>
                      <a:lnTo>
                        <a:pt x="72975" y="1"/>
                      </a:lnTo>
                      <a:lnTo>
                        <a:pt x="88339" y="38408"/>
                      </a:lnTo>
                      <a:lnTo>
                        <a:pt x="103702" y="1"/>
                      </a:lnTo>
                      <a:lnTo>
                        <a:pt x="119065" y="38408"/>
                      </a:lnTo>
                      <a:lnTo>
                        <a:pt x="134428" y="1"/>
                      </a:lnTo>
                      <a:lnTo>
                        <a:pt x="149791" y="38408"/>
                      </a:lnTo>
                      <a:lnTo>
                        <a:pt x="157473" y="19204"/>
                      </a:lnTo>
                      <a:lnTo>
                        <a:pt x="192040" y="19204"/>
                      </a:lnTo>
                    </a:path>
                  </a:pathLst>
                </a:custGeom>
                <a:noFill/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07" name="Graphic 7">
                <a:extLst>
                  <a:ext uri="{FF2B5EF4-FFF2-40B4-BE49-F238E27FC236}">
                    <a16:creationId xmlns:a16="http://schemas.microsoft.com/office/drawing/2014/main" id="{CB0CFBE1-25E0-7D44-49C0-1D33FF2DA60E}"/>
                  </a:ext>
                </a:extLst>
              </p:cNvPr>
              <p:cNvGrpSpPr/>
              <p:nvPr/>
            </p:nvGrpSpPr>
            <p:grpSpPr>
              <a:xfrm>
                <a:off x="5639565" y="1766265"/>
                <a:ext cx="192039" cy="38407"/>
                <a:chOff x="5639565" y="1766265"/>
                <a:chExt cx="192039" cy="38407"/>
              </a:xfrm>
              <a:noFill/>
            </p:grpSpPr>
            <p:sp>
              <p:nvSpPr>
                <p:cNvPr id="943" name="Freeform: Shape 942">
                  <a:extLst>
                    <a:ext uri="{FF2B5EF4-FFF2-40B4-BE49-F238E27FC236}">
                      <a16:creationId xmlns:a16="http://schemas.microsoft.com/office/drawing/2014/main" id="{C3412C3E-5E98-FBB1-2C39-B61AF0C96013}"/>
                    </a:ext>
                  </a:extLst>
                </p:cNvPr>
                <p:cNvSpPr/>
                <p:nvPr/>
              </p:nvSpPr>
              <p:spPr>
                <a:xfrm>
                  <a:off x="5639565" y="1766265"/>
                  <a:ext cx="192039" cy="38407"/>
                </a:xfrm>
                <a:custGeom>
                  <a:avLst/>
                  <a:gdLst>
                    <a:gd name="connsiteX0" fmla="*/ 1 w 192039"/>
                    <a:gd name="connsiteY0" fmla="*/ 1 h 38407"/>
                    <a:gd name="connsiteX1" fmla="*/ 192040 w 192039"/>
                    <a:gd name="connsiteY1" fmla="*/ 1 h 38407"/>
                    <a:gd name="connsiteX2" fmla="*/ 192040 w 192039"/>
                    <a:gd name="connsiteY2" fmla="*/ 38408 h 38407"/>
                    <a:gd name="connsiteX3" fmla="*/ 1 w 192039"/>
                    <a:gd name="connsiteY3" fmla="*/ 38408 h 384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039" h="38407">
                      <a:moveTo>
                        <a:pt x="1" y="1"/>
                      </a:moveTo>
                      <a:lnTo>
                        <a:pt x="192040" y="1"/>
                      </a:lnTo>
                      <a:lnTo>
                        <a:pt x="192040" y="38408"/>
                      </a:lnTo>
                      <a:lnTo>
                        <a:pt x="1" y="38408"/>
                      </a:lnTo>
                      <a:close/>
                    </a:path>
                  </a:pathLst>
                </a:custGeom>
                <a:noFill/>
                <a:ln w="959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44" name="Freeform: Shape 943">
                  <a:extLst>
                    <a:ext uri="{FF2B5EF4-FFF2-40B4-BE49-F238E27FC236}">
                      <a16:creationId xmlns:a16="http://schemas.microsoft.com/office/drawing/2014/main" id="{CC7D1199-6E32-B556-E410-56EFDD32D390}"/>
                    </a:ext>
                  </a:extLst>
                </p:cNvPr>
                <p:cNvSpPr/>
                <p:nvPr/>
              </p:nvSpPr>
              <p:spPr>
                <a:xfrm>
                  <a:off x="5639565" y="1766265"/>
                  <a:ext cx="192039" cy="38407"/>
                </a:xfrm>
                <a:custGeom>
                  <a:avLst/>
                  <a:gdLst>
                    <a:gd name="connsiteX0" fmla="*/ 1 w 192039"/>
                    <a:gd name="connsiteY0" fmla="*/ 38408 h 38407"/>
                    <a:gd name="connsiteX1" fmla="*/ 34567 w 192039"/>
                    <a:gd name="connsiteY1" fmla="*/ 38408 h 38407"/>
                    <a:gd name="connsiteX2" fmla="*/ 49931 w 192039"/>
                    <a:gd name="connsiteY2" fmla="*/ 1 h 38407"/>
                    <a:gd name="connsiteX3" fmla="*/ 65294 w 192039"/>
                    <a:gd name="connsiteY3" fmla="*/ 38408 h 38407"/>
                    <a:gd name="connsiteX4" fmla="*/ 80657 w 192039"/>
                    <a:gd name="connsiteY4" fmla="*/ 1 h 38407"/>
                    <a:gd name="connsiteX5" fmla="*/ 96020 w 192039"/>
                    <a:gd name="connsiteY5" fmla="*/ 38408 h 38407"/>
                    <a:gd name="connsiteX6" fmla="*/ 111383 w 192039"/>
                    <a:gd name="connsiteY6" fmla="*/ 1 h 38407"/>
                    <a:gd name="connsiteX7" fmla="*/ 126747 w 192039"/>
                    <a:gd name="connsiteY7" fmla="*/ 38408 h 38407"/>
                    <a:gd name="connsiteX8" fmla="*/ 142109 w 192039"/>
                    <a:gd name="connsiteY8" fmla="*/ 1 h 38407"/>
                    <a:gd name="connsiteX9" fmla="*/ 157473 w 192039"/>
                    <a:gd name="connsiteY9" fmla="*/ 38408 h 38407"/>
                    <a:gd name="connsiteX10" fmla="*/ 192040 w 192039"/>
                    <a:gd name="connsiteY10" fmla="*/ 38408 h 384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92039" h="38407">
                      <a:moveTo>
                        <a:pt x="1" y="38408"/>
                      </a:moveTo>
                      <a:lnTo>
                        <a:pt x="34567" y="38408"/>
                      </a:lnTo>
                      <a:cubicBezTo>
                        <a:pt x="34567" y="17188"/>
                        <a:pt x="41481" y="1"/>
                        <a:pt x="49931" y="1"/>
                      </a:cubicBezTo>
                      <a:cubicBezTo>
                        <a:pt x="58381" y="1"/>
                        <a:pt x="65294" y="17188"/>
                        <a:pt x="65294" y="38408"/>
                      </a:cubicBezTo>
                      <a:cubicBezTo>
                        <a:pt x="65294" y="17188"/>
                        <a:pt x="72207" y="1"/>
                        <a:pt x="80657" y="1"/>
                      </a:cubicBezTo>
                      <a:cubicBezTo>
                        <a:pt x="89107" y="1"/>
                        <a:pt x="96020" y="17188"/>
                        <a:pt x="96020" y="38408"/>
                      </a:cubicBezTo>
                      <a:cubicBezTo>
                        <a:pt x="96020" y="17188"/>
                        <a:pt x="102933" y="1"/>
                        <a:pt x="111383" y="1"/>
                      </a:cubicBezTo>
                      <a:cubicBezTo>
                        <a:pt x="119833" y="1"/>
                        <a:pt x="126747" y="17188"/>
                        <a:pt x="126747" y="38408"/>
                      </a:cubicBezTo>
                      <a:cubicBezTo>
                        <a:pt x="126747" y="17188"/>
                        <a:pt x="133660" y="1"/>
                        <a:pt x="142109" y="1"/>
                      </a:cubicBezTo>
                      <a:cubicBezTo>
                        <a:pt x="150559" y="1"/>
                        <a:pt x="157473" y="17188"/>
                        <a:pt x="157473" y="38408"/>
                      </a:cubicBezTo>
                      <a:lnTo>
                        <a:pt x="192040" y="38408"/>
                      </a:lnTo>
                    </a:path>
                  </a:pathLst>
                </a:custGeom>
                <a:noFill/>
                <a:ln w="9598" cap="flat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08" name="Graphic 7">
                <a:extLst>
                  <a:ext uri="{FF2B5EF4-FFF2-40B4-BE49-F238E27FC236}">
                    <a16:creationId xmlns:a16="http://schemas.microsoft.com/office/drawing/2014/main" id="{D1B057F9-79A1-A1CE-AE12-B32B39ED8BA9}"/>
                  </a:ext>
                </a:extLst>
              </p:cNvPr>
              <p:cNvGrpSpPr/>
              <p:nvPr/>
            </p:nvGrpSpPr>
            <p:grpSpPr>
              <a:xfrm>
                <a:off x="5879614" y="1708654"/>
                <a:ext cx="192039" cy="192039"/>
                <a:chOff x="5879614" y="1708654"/>
                <a:chExt cx="192039" cy="192039"/>
              </a:xfrm>
            </p:grpSpPr>
            <p:sp>
              <p:nvSpPr>
                <p:cNvPr id="941" name="Freeform: Shape 940">
                  <a:extLst>
                    <a:ext uri="{FF2B5EF4-FFF2-40B4-BE49-F238E27FC236}">
                      <a16:creationId xmlns:a16="http://schemas.microsoft.com/office/drawing/2014/main" id="{F2670D2A-6A26-097B-A6C2-13CE84EC7D9F}"/>
                    </a:ext>
                  </a:extLst>
                </p:cNvPr>
                <p:cNvSpPr/>
                <p:nvPr/>
              </p:nvSpPr>
              <p:spPr>
                <a:xfrm>
                  <a:off x="5879614" y="1708654"/>
                  <a:ext cx="192039" cy="192039"/>
                </a:xfrm>
                <a:custGeom>
                  <a:avLst/>
                  <a:gdLst>
                    <a:gd name="connsiteX0" fmla="*/ 192040 w 192039"/>
                    <a:gd name="connsiteY0" fmla="*/ 96020 h 192039"/>
                    <a:gd name="connsiteX1" fmla="*/ 96020 w 192039"/>
                    <a:gd name="connsiteY1" fmla="*/ 192040 h 192039"/>
                    <a:gd name="connsiteX2" fmla="*/ 1 w 192039"/>
                    <a:gd name="connsiteY2" fmla="*/ 96020 h 192039"/>
                    <a:gd name="connsiteX3" fmla="*/ 96020 w 192039"/>
                    <a:gd name="connsiteY3" fmla="*/ 1 h 192039"/>
                    <a:gd name="connsiteX4" fmla="*/ 192040 w 192039"/>
                    <a:gd name="connsiteY4" fmla="*/ 96020 h 1920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92039" h="192039">
                      <a:moveTo>
                        <a:pt x="192040" y="96020"/>
                      </a:moveTo>
                      <a:cubicBezTo>
                        <a:pt x="192040" y="149050"/>
                        <a:pt x="149050" y="192040"/>
                        <a:pt x="96020" y="192040"/>
                      </a:cubicBezTo>
                      <a:cubicBezTo>
                        <a:pt x="42990" y="192040"/>
                        <a:pt x="1" y="149050"/>
                        <a:pt x="1" y="96020"/>
                      </a:cubicBezTo>
                      <a:cubicBezTo>
                        <a:pt x="1" y="42990"/>
                        <a:pt x="42990" y="1"/>
                        <a:pt x="96020" y="1"/>
                      </a:cubicBezTo>
                      <a:cubicBezTo>
                        <a:pt x="149050" y="1"/>
                        <a:pt x="192040" y="42990"/>
                        <a:pt x="192040" y="960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42" name="Freeform: Shape 941">
                  <a:extLst>
                    <a:ext uri="{FF2B5EF4-FFF2-40B4-BE49-F238E27FC236}">
                      <a16:creationId xmlns:a16="http://schemas.microsoft.com/office/drawing/2014/main" id="{AC62CE24-9D30-AD79-7CBD-EBA8DF8B5F6B}"/>
                    </a:ext>
                  </a:extLst>
                </p:cNvPr>
                <p:cNvSpPr/>
                <p:nvPr/>
              </p:nvSpPr>
              <p:spPr>
                <a:xfrm>
                  <a:off x="5937226" y="1775867"/>
                  <a:ext cx="76815" cy="57611"/>
                </a:xfrm>
                <a:custGeom>
                  <a:avLst/>
                  <a:gdLst>
                    <a:gd name="connsiteX0" fmla="*/ 1 w 76815"/>
                    <a:gd name="connsiteY0" fmla="*/ 28806 h 57611"/>
                    <a:gd name="connsiteX1" fmla="*/ 19204 w 76815"/>
                    <a:gd name="connsiteY1" fmla="*/ 1 h 57611"/>
                    <a:gd name="connsiteX2" fmla="*/ 38408 w 76815"/>
                    <a:gd name="connsiteY2" fmla="*/ 28806 h 57611"/>
                    <a:gd name="connsiteX3" fmla="*/ 57612 w 76815"/>
                    <a:gd name="connsiteY3" fmla="*/ 57612 h 57611"/>
                    <a:gd name="connsiteX4" fmla="*/ 76816 w 76815"/>
                    <a:gd name="connsiteY4" fmla="*/ 28806 h 576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6815" h="57611">
                      <a:moveTo>
                        <a:pt x="1" y="28806"/>
                      </a:moveTo>
                      <a:cubicBezTo>
                        <a:pt x="5119" y="9602"/>
                        <a:pt x="11523" y="1"/>
                        <a:pt x="19204" y="1"/>
                      </a:cubicBezTo>
                      <a:cubicBezTo>
                        <a:pt x="26886" y="1"/>
                        <a:pt x="33290" y="9602"/>
                        <a:pt x="38408" y="28806"/>
                      </a:cubicBezTo>
                      <a:cubicBezTo>
                        <a:pt x="42249" y="48010"/>
                        <a:pt x="48654" y="57612"/>
                        <a:pt x="57612" y="57612"/>
                      </a:cubicBezTo>
                      <a:cubicBezTo>
                        <a:pt x="65294" y="57612"/>
                        <a:pt x="71698" y="48010"/>
                        <a:pt x="76816" y="28806"/>
                      </a:cubicBezTo>
                    </a:path>
                  </a:pathLst>
                </a:custGeom>
                <a:noFill/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09" name="Graphic 7">
                <a:extLst>
                  <a:ext uri="{FF2B5EF4-FFF2-40B4-BE49-F238E27FC236}">
                    <a16:creationId xmlns:a16="http://schemas.microsoft.com/office/drawing/2014/main" id="{050308E1-49F7-E63E-774B-508D7D6AFCD0}"/>
                  </a:ext>
                </a:extLst>
              </p:cNvPr>
              <p:cNvGrpSpPr/>
              <p:nvPr/>
            </p:nvGrpSpPr>
            <p:grpSpPr>
              <a:xfrm>
                <a:off x="6119663" y="2179150"/>
                <a:ext cx="96019" cy="96019"/>
                <a:chOff x="6119663" y="2179150"/>
                <a:chExt cx="96019" cy="96019"/>
              </a:xfrm>
              <a:noFill/>
            </p:grpSpPr>
            <p:sp>
              <p:nvSpPr>
                <p:cNvPr id="939" name="Freeform: Shape 938">
                  <a:extLst>
                    <a:ext uri="{FF2B5EF4-FFF2-40B4-BE49-F238E27FC236}">
                      <a16:creationId xmlns:a16="http://schemas.microsoft.com/office/drawing/2014/main" id="{D7D6757C-44E9-2085-3153-447EAE3C37B2}"/>
                    </a:ext>
                  </a:extLst>
                </p:cNvPr>
                <p:cNvSpPr/>
                <p:nvPr/>
              </p:nvSpPr>
              <p:spPr>
                <a:xfrm>
                  <a:off x="6119663" y="2179150"/>
                  <a:ext cx="96019" cy="96019"/>
                </a:xfrm>
                <a:custGeom>
                  <a:avLst/>
                  <a:gdLst>
                    <a:gd name="connsiteX0" fmla="*/ 1 w 96019"/>
                    <a:gd name="connsiteY0" fmla="*/ 1 h 96019"/>
                    <a:gd name="connsiteX1" fmla="*/ 96020 w 96019"/>
                    <a:gd name="connsiteY1" fmla="*/ 1 h 96019"/>
                    <a:gd name="connsiteX2" fmla="*/ 96020 w 96019"/>
                    <a:gd name="connsiteY2" fmla="*/ 96020 h 96019"/>
                    <a:gd name="connsiteX3" fmla="*/ 1 w 96019"/>
                    <a:gd name="connsiteY3" fmla="*/ 96020 h 960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6019" h="96019">
                      <a:moveTo>
                        <a:pt x="1" y="1"/>
                      </a:moveTo>
                      <a:lnTo>
                        <a:pt x="96020" y="1"/>
                      </a:lnTo>
                      <a:lnTo>
                        <a:pt x="96020" y="96020"/>
                      </a:lnTo>
                      <a:lnTo>
                        <a:pt x="1" y="96020"/>
                      </a:lnTo>
                      <a:close/>
                    </a:path>
                  </a:pathLst>
                </a:custGeom>
                <a:noFill/>
                <a:ln w="959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40" name="Freeform: Shape 939">
                  <a:extLst>
                    <a:ext uri="{FF2B5EF4-FFF2-40B4-BE49-F238E27FC236}">
                      <a16:creationId xmlns:a16="http://schemas.microsoft.com/office/drawing/2014/main" id="{65F95978-C8BE-EE33-03A9-CEB453379FD4}"/>
                    </a:ext>
                  </a:extLst>
                </p:cNvPr>
                <p:cNvSpPr/>
                <p:nvPr/>
              </p:nvSpPr>
              <p:spPr>
                <a:xfrm>
                  <a:off x="6119663" y="2179150"/>
                  <a:ext cx="96019" cy="96019"/>
                </a:xfrm>
                <a:custGeom>
                  <a:avLst/>
                  <a:gdLst>
                    <a:gd name="connsiteX0" fmla="*/ 1 w 96019"/>
                    <a:gd name="connsiteY0" fmla="*/ 24005 h 96019"/>
                    <a:gd name="connsiteX1" fmla="*/ 96020 w 96019"/>
                    <a:gd name="connsiteY1" fmla="*/ 24005 h 96019"/>
                    <a:gd name="connsiteX2" fmla="*/ 7682 w 96019"/>
                    <a:gd name="connsiteY2" fmla="*/ 36008 h 96019"/>
                    <a:gd name="connsiteX3" fmla="*/ 88339 w 96019"/>
                    <a:gd name="connsiteY3" fmla="*/ 36008 h 96019"/>
                    <a:gd name="connsiteX4" fmla="*/ 15363 w 96019"/>
                    <a:gd name="connsiteY4" fmla="*/ 48010 h 96019"/>
                    <a:gd name="connsiteX5" fmla="*/ 80657 w 96019"/>
                    <a:gd name="connsiteY5" fmla="*/ 48010 h 96019"/>
                    <a:gd name="connsiteX6" fmla="*/ 31687 w 96019"/>
                    <a:gd name="connsiteY6" fmla="*/ 72015 h 96019"/>
                    <a:gd name="connsiteX7" fmla="*/ 64334 w 96019"/>
                    <a:gd name="connsiteY7" fmla="*/ 72015 h 96019"/>
                    <a:gd name="connsiteX8" fmla="*/ 39368 w 96019"/>
                    <a:gd name="connsiteY8" fmla="*/ 84018 h 96019"/>
                    <a:gd name="connsiteX9" fmla="*/ 56652 w 96019"/>
                    <a:gd name="connsiteY9" fmla="*/ 84018 h 96019"/>
                    <a:gd name="connsiteX10" fmla="*/ 48010 w 96019"/>
                    <a:gd name="connsiteY10" fmla="*/ 1 h 96019"/>
                    <a:gd name="connsiteX11" fmla="*/ 48010 w 96019"/>
                    <a:gd name="connsiteY11" fmla="*/ 24005 h 96019"/>
                    <a:gd name="connsiteX12" fmla="*/ 24005 w 96019"/>
                    <a:gd name="connsiteY12" fmla="*/ 60013 h 96019"/>
                    <a:gd name="connsiteX13" fmla="*/ 72015 w 96019"/>
                    <a:gd name="connsiteY13" fmla="*/ 60013 h 96019"/>
                    <a:gd name="connsiteX14" fmla="*/ 47050 w 96019"/>
                    <a:gd name="connsiteY14" fmla="*/ 96020 h 96019"/>
                    <a:gd name="connsiteX15" fmla="*/ 48970 w 96019"/>
                    <a:gd name="connsiteY15" fmla="*/ 96020 h 960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96019" h="96019">
                      <a:moveTo>
                        <a:pt x="1" y="24005"/>
                      </a:moveTo>
                      <a:lnTo>
                        <a:pt x="96020" y="24005"/>
                      </a:lnTo>
                      <a:moveTo>
                        <a:pt x="7682" y="36008"/>
                      </a:moveTo>
                      <a:lnTo>
                        <a:pt x="88339" y="36008"/>
                      </a:lnTo>
                      <a:moveTo>
                        <a:pt x="15363" y="48010"/>
                      </a:moveTo>
                      <a:lnTo>
                        <a:pt x="80657" y="48010"/>
                      </a:lnTo>
                      <a:moveTo>
                        <a:pt x="31687" y="72015"/>
                      </a:moveTo>
                      <a:lnTo>
                        <a:pt x="64334" y="72015"/>
                      </a:lnTo>
                      <a:moveTo>
                        <a:pt x="39368" y="84018"/>
                      </a:moveTo>
                      <a:lnTo>
                        <a:pt x="56652" y="84018"/>
                      </a:lnTo>
                      <a:moveTo>
                        <a:pt x="48010" y="1"/>
                      </a:moveTo>
                      <a:lnTo>
                        <a:pt x="48010" y="24005"/>
                      </a:lnTo>
                      <a:moveTo>
                        <a:pt x="24005" y="60013"/>
                      </a:moveTo>
                      <a:lnTo>
                        <a:pt x="72015" y="60013"/>
                      </a:lnTo>
                      <a:moveTo>
                        <a:pt x="47050" y="96020"/>
                      </a:moveTo>
                      <a:lnTo>
                        <a:pt x="48970" y="96020"/>
                      </a:lnTo>
                    </a:path>
                  </a:pathLst>
                </a:custGeom>
                <a:noFill/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810" name="Freeform: Shape 809">
                <a:extLst>
                  <a:ext uri="{FF2B5EF4-FFF2-40B4-BE49-F238E27FC236}">
                    <a16:creationId xmlns:a16="http://schemas.microsoft.com/office/drawing/2014/main" id="{A9189E0D-38B6-DA7E-2F37-9FB8556FFE01}"/>
                  </a:ext>
                </a:extLst>
              </p:cNvPr>
              <p:cNvSpPr/>
              <p:nvPr/>
            </p:nvSpPr>
            <p:spPr>
              <a:xfrm>
                <a:off x="6071653" y="1804673"/>
                <a:ext cx="96019" cy="374476"/>
              </a:xfrm>
              <a:custGeom>
                <a:avLst/>
                <a:gdLst>
                  <a:gd name="connsiteX0" fmla="*/ 96020 w 96019"/>
                  <a:gd name="connsiteY0" fmla="*/ 374477 h 374476"/>
                  <a:gd name="connsiteX1" fmla="*/ 96020 w 96019"/>
                  <a:gd name="connsiteY1" fmla="*/ 1 h 374476"/>
                  <a:gd name="connsiteX2" fmla="*/ 1 w 96019"/>
                  <a:gd name="connsiteY2" fmla="*/ 1 h 374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6019" h="374476">
                    <a:moveTo>
                      <a:pt x="96020" y="374477"/>
                    </a:moveTo>
                    <a:lnTo>
                      <a:pt x="96020" y="1"/>
                    </a:lnTo>
                    <a:lnTo>
                      <a:pt x="1" y="1"/>
                    </a:lnTo>
                  </a:path>
                </a:pathLst>
              </a:custGeom>
              <a:noFill/>
              <a:ln w="959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11" name="Freeform: Shape 810">
                <a:extLst>
                  <a:ext uri="{FF2B5EF4-FFF2-40B4-BE49-F238E27FC236}">
                    <a16:creationId xmlns:a16="http://schemas.microsoft.com/office/drawing/2014/main" id="{F5559407-B8B3-FD97-615E-D2DC258BF42C}"/>
                  </a:ext>
                </a:extLst>
              </p:cNvPr>
              <p:cNvSpPr/>
              <p:nvPr/>
            </p:nvSpPr>
            <p:spPr>
              <a:xfrm>
                <a:off x="5831604" y="1804673"/>
                <a:ext cx="48009" cy="9601"/>
              </a:xfrm>
              <a:custGeom>
                <a:avLst/>
                <a:gdLst>
                  <a:gd name="connsiteX0" fmla="*/ 48010 w 48009"/>
                  <a:gd name="connsiteY0" fmla="*/ 1 h 9601"/>
                  <a:gd name="connsiteX1" fmla="*/ 1 w 48009"/>
                  <a:gd name="connsiteY1" fmla="*/ 1 h 9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8009" h="9601">
                    <a:moveTo>
                      <a:pt x="48010" y="1"/>
                    </a:moveTo>
                    <a:cubicBezTo>
                      <a:pt x="48010" y="1"/>
                      <a:pt x="32004" y="1"/>
                      <a:pt x="1" y="1"/>
                    </a:cubicBezTo>
                  </a:path>
                </a:pathLst>
              </a:custGeom>
              <a:noFill/>
              <a:ln w="959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12" name="Freeform: Shape 811">
                <a:extLst>
                  <a:ext uri="{FF2B5EF4-FFF2-40B4-BE49-F238E27FC236}">
                    <a16:creationId xmlns:a16="http://schemas.microsoft.com/office/drawing/2014/main" id="{FB357498-AE10-429A-E7F8-AE49890B7233}"/>
                  </a:ext>
                </a:extLst>
              </p:cNvPr>
              <p:cNvSpPr/>
              <p:nvPr/>
            </p:nvSpPr>
            <p:spPr>
              <a:xfrm>
                <a:off x="5399516" y="1804673"/>
                <a:ext cx="48009" cy="9601"/>
              </a:xfrm>
              <a:custGeom>
                <a:avLst/>
                <a:gdLst>
                  <a:gd name="connsiteX0" fmla="*/ 48010 w 48009"/>
                  <a:gd name="connsiteY0" fmla="*/ 1 h 9601"/>
                  <a:gd name="connsiteX1" fmla="*/ 1 w 48009"/>
                  <a:gd name="connsiteY1" fmla="*/ 1 h 9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8009" h="9601">
                    <a:moveTo>
                      <a:pt x="48010" y="1"/>
                    </a:moveTo>
                    <a:cubicBezTo>
                      <a:pt x="48010" y="1"/>
                      <a:pt x="32004" y="1"/>
                      <a:pt x="1" y="1"/>
                    </a:cubicBezTo>
                  </a:path>
                </a:pathLst>
              </a:custGeom>
              <a:noFill/>
              <a:ln w="959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813" name="Graphic 7">
                <a:extLst>
                  <a:ext uri="{FF2B5EF4-FFF2-40B4-BE49-F238E27FC236}">
                    <a16:creationId xmlns:a16="http://schemas.microsoft.com/office/drawing/2014/main" id="{38441F25-CE27-5A69-E358-C35CC0690F9D}"/>
                  </a:ext>
                </a:extLst>
              </p:cNvPr>
              <p:cNvGrpSpPr/>
              <p:nvPr/>
            </p:nvGrpSpPr>
            <p:grpSpPr>
              <a:xfrm>
                <a:off x="4468125" y="1766265"/>
                <a:ext cx="547311" cy="57611"/>
                <a:chOff x="4468125" y="1766265"/>
                <a:chExt cx="547311" cy="57611"/>
              </a:xfrm>
              <a:noFill/>
            </p:grpSpPr>
            <p:grpSp>
              <p:nvGrpSpPr>
                <p:cNvPr id="932" name="Graphic 7">
                  <a:extLst>
                    <a:ext uri="{FF2B5EF4-FFF2-40B4-BE49-F238E27FC236}">
                      <a16:creationId xmlns:a16="http://schemas.microsoft.com/office/drawing/2014/main" id="{EB95FCC6-1948-BA2E-8B2F-56BF79E6EC81}"/>
                    </a:ext>
                  </a:extLst>
                </p:cNvPr>
                <p:cNvGrpSpPr/>
                <p:nvPr/>
              </p:nvGrpSpPr>
              <p:grpSpPr>
                <a:xfrm>
                  <a:off x="4468125" y="1785469"/>
                  <a:ext cx="192039" cy="38407"/>
                  <a:chOff x="4468125" y="1785469"/>
                  <a:chExt cx="192039" cy="38407"/>
                </a:xfrm>
                <a:noFill/>
              </p:grpSpPr>
              <p:sp>
                <p:nvSpPr>
                  <p:cNvPr id="937" name="Freeform: Shape 936">
                    <a:extLst>
                      <a:ext uri="{FF2B5EF4-FFF2-40B4-BE49-F238E27FC236}">
                        <a16:creationId xmlns:a16="http://schemas.microsoft.com/office/drawing/2014/main" id="{61303C95-6D32-08FD-EA97-2951B6954F0A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468125" y="1785469"/>
                    <a:ext cx="192039" cy="38407"/>
                  </a:xfrm>
                  <a:custGeom>
                    <a:avLst/>
                    <a:gdLst>
                      <a:gd name="connsiteX0" fmla="*/ 1 w 192039"/>
                      <a:gd name="connsiteY0" fmla="*/ 1 h 38407"/>
                      <a:gd name="connsiteX1" fmla="*/ 192040 w 192039"/>
                      <a:gd name="connsiteY1" fmla="*/ 1 h 38407"/>
                      <a:gd name="connsiteX2" fmla="*/ 192040 w 192039"/>
                      <a:gd name="connsiteY2" fmla="*/ 38408 h 38407"/>
                      <a:gd name="connsiteX3" fmla="*/ 1 w 192039"/>
                      <a:gd name="connsiteY3" fmla="*/ 38408 h 3840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92039" h="38407">
                        <a:moveTo>
                          <a:pt x="1" y="1"/>
                        </a:moveTo>
                        <a:lnTo>
                          <a:pt x="192040" y="1"/>
                        </a:lnTo>
                        <a:lnTo>
                          <a:pt x="192040" y="38408"/>
                        </a:lnTo>
                        <a:lnTo>
                          <a:pt x="1" y="38408"/>
                        </a:lnTo>
                        <a:close/>
                      </a:path>
                    </a:pathLst>
                  </a:custGeom>
                  <a:noFill/>
                  <a:ln w="959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938" name="Freeform: Shape 937">
                    <a:extLst>
                      <a:ext uri="{FF2B5EF4-FFF2-40B4-BE49-F238E27FC236}">
                        <a16:creationId xmlns:a16="http://schemas.microsoft.com/office/drawing/2014/main" id="{3A031E5A-766D-3F7D-175B-8AF577A38FF0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468125" y="1785469"/>
                    <a:ext cx="192039" cy="38407"/>
                  </a:xfrm>
                  <a:custGeom>
                    <a:avLst/>
                    <a:gdLst>
                      <a:gd name="connsiteX0" fmla="*/ 1 w 192039"/>
                      <a:gd name="connsiteY0" fmla="*/ 19204 h 38407"/>
                      <a:gd name="connsiteX1" fmla="*/ 34568 w 192039"/>
                      <a:gd name="connsiteY1" fmla="*/ 19204 h 38407"/>
                      <a:gd name="connsiteX2" fmla="*/ 42249 w 192039"/>
                      <a:gd name="connsiteY2" fmla="*/ 1 h 38407"/>
                      <a:gd name="connsiteX3" fmla="*/ 57612 w 192039"/>
                      <a:gd name="connsiteY3" fmla="*/ 38408 h 38407"/>
                      <a:gd name="connsiteX4" fmla="*/ 72975 w 192039"/>
                      <a:gd name="connsiteY4" fmla="*/ 1 h 38407"/>
                      <a:gd name="connsiteX5" fmla="*/ 88339 w 192039"/>
                      <a:gd name="connsiteY5" fmla="*/ 38408 h 38407"/>
                      <a:gd name="connsiteX6" fmla="*/ 103702 w 192039"/>
                      <a:gd name="connsiteY6" fmla="*/ 1 h 38407"/>
                      <a:gd name="connsiteX7" fmla="*/ 119065 w 192039"/>
                      <a:gd name="connsiteY7" fmla="*/ 38408 h 38407"/>
                      <a:gd name="connsiteX8" fmla="*/ 134428 w 192039"/>
                      <a:gd name="connsiteY8" fmla="*/ 1 h 38407"/>
                      <a:gd name="connsiteX9" fmla="*/ 149791 w 192039"/>
                      <a:gd name="connsiteY9" fmla="*/ 38408 h 38407"/>
                      <a:gd name="connsiteX10" fmla="*/ 157473 w 192039"/>
                      <a:gd name="connsiteY10" fmla="*/ 19204 h 38407"/>
                      <a:gd name="connsiteX11" fmla="*/ 192040 w 192039"/>
                      <a:gd name="connsiteY11" fmla="*/ 19204 h 3840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92039" h="38407">
                        <a:moveTo>
                          <a:pt x="1" y="19204"/>
                        </a:moveTo>
                        <a:lnTo>
                          <a:pt x="34568" y="19204"/>
                        </a:lnTo>
                        <a:lnTo>
                          <a:pt x="42249" y="1"/>
                        </a:lnTo>
                        <a:lnTo>
                          <a:pt x="57612" y="38408"/>
                        </a:lnTo>
                        <a:lnTo>
                          <a:pt x="72975" y="1"/>
                        </a:lnTo>
                        <a:lnTo>
                          <a:pt x="88339" y="38408"/>
                        </a:lnTo>
                        <a:lnTo>
                          <a:pt x="103702" y="1"/>
                        </a:lnTo>
                        <a:lnTo>
                          <a:pt x="119065" y="38408"/>
                        </a:lnTo>
                        <a:lnTo>
                          <a:pt x="134428" y="1"/>
                        </a:lnTo>
                        <a:lnTo>
                          <a:pt x="149791" y="38408"/>
                        </a:lnTo>
                        <a:lnTo>
                          <a:pt x="157473" y="19204"/>
                        </a:lnTo>
                        <a:lnTo>
                          <a:pt x="192040" y="19204"/>
                        </a:lnTo>
                      </a:path>
                    </a:pathLst>
                  </a:custGeom>
                  <a:noFill/>
                  <a:ln w="9598" cap="flat">
                    <a:solidFill>
                      <a:srgbClr val="0000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933" name="Freeform: Shape 932">
                  <a:extLst>
                    <a:ext uri="{FF2B5EF4-FFF2-40B4-BE49-F238E27FC236}">
                      <a16:creationId xmlns:a16="http://schemas.microsoft.com/office/drawing/2014/main" id="{519D1B8D-6918-FEEB-76D5-B658461E4521}"/>
                    </a:ext>
                  </a:extLst>
                </p:cNvPr>
                <p:cNvSpPr/>
                <p:nvPr/>
              </p:nvSpPr>
              <p:spPr>
                <a:xfrm>
                  <a:off x="4852204" y="1804673"/>
                  <a:ext cx="163233" cy="9601"/>
                </a:xfrm>
                <a:custGeom>
                  <a:avLst/>
                  <a:gdLst>
                    <a:gd name="connsiteX0" fmla="*/ 1 w 163233"/>
                    <a:gd name="connsiteY0" fmla="*/ 1 h 9601"/>
                    <a:gd name="connsiteX1" fmla="*/ 163234 w 163233"/>
                    <a:gd name="connsiteY1" fmla="*/ 1 h 96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63233" h="9601">
                      <a:moveTo>
                        <a:pt x="1" y="1"/>
                      </a:moveTo>
                      <a:lnTo>
                        <a:pt x="163234" y="1"/>
                      </a:lnTo>
                    </a:path>
                  </a:pathLst>
                </a:custGeom>
                <a:noFill/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934" name="Graphic 7">
                  <a:extLst>
                    <a:ext uri="{FF2B5EF4-FFF2-40B4-BE49-F238E27FC236}">
                      <a16:creationId xmlns:a16="http://schemas.microsoft.com/office/drawing/2014/main" id="{F3A0D496-EE27-0540-59D4-CC5C38AA77AE}"/>
                    </a:ext>
                  </a:extLst>
                </p:cNvPr>
                <p:cNvGrpSpPr/>
                <p:nvPr/>
              </p:nvGrpSpPr>
              <p:grpSpPr>
                <a:xfrm>
                  <a:off x="4660165" y="1766265"/>
                  <a:ext cx="192039" cy="38407"/>
                  <a:chOff x="4660165" y="1766265"/>
                  <a:chExt cx="192039" cy="38407"/>
                </a:xfrm>
                <a:noFill/>
              </p:grpSpPr>
              <p:sp>
                <p:nvSpPr>
                  <p:cNvPr id="935" name="Freeform: Shape 934">
                    <a:extLst>
                      <a:ext uri="{FF2B5EF4-FFF2-40B4-BE49-F238E27FC236}">
                        <a16:creationId xmlns:a16="http://schemas.microsoft.com/office/drawing/2014/main" id="{4256E10E-7756-D1AA-704A-A805D38E1DF4}"/>
                      </a:ext>
                    </a:extLst>
                  </p:cNvPr>
                  <p:cNvSpPr/>
                  <p:nvPr/>
                </p:nvSpPr>
                <p:spPr>
                  <a:xfrm>
                    <a:off x="4660165" y="1766265"/>
                    <a:ext cx="192039" cy="38407"/>
                  </a:xfrm>
                  <a:custGeom>
                    <a:avLst/>
                    <a:gdLst>
                      <a:gd name="connsiteX0" fmla="*/ 1 w 192039"/>
                      <a:gd name="connsiteY0" fmla="*/ 1 h 38407"/>
                      <a:gd name="connsiteX1" fmla="*/ 192040 w 192039"/>
                      <a:gd name="connsiteY1" fmla="*/ 1 h 38407"/>
                      <a:gd name="connsiteX2" fmla="*/ 192040 w 192039"/>
                      <a:gd name="connsiteY2" fmla="*/ 38408 h 38407"/>
                      <a:gd name="connsiteX3" fmla="*/ 1 w 192039"/>
                      <a:gd name="connsiteY3" fmla="*/ 38408 h 3840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92039" h="38407">
                        <a:moveTo>
                          <a:pt x="1" y="1"/>
                        </a:moveTo>
                        <a:lnTo>
                          <a:pt x="192040" y="1"/>
                        </a:lnTo>
                        <a:lnTo>
                          <a:pt x="192040" y="38408"/>
                        </a:lnTo>
                        <a:lnTo>
                          <a:pt x="1" y="38408"/>
                        </a:lnTo>
                        <a:close/>
                      </a:path>
                    </a:pathLst>
                  </a:custGeom>
                  <a:noFill/>
                  <a:ln w="959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936" name="Freeform: Shape 935">
                    <a:extLst>
                      <a:ext uri="{FF2B5EF4-FFF2-40B4-BE49-F238E27FC236}">
                        <a16:creationId xmlns:a16="http://schemas.microsoft.com/office/drawing/2014/main" id="{CEABDC51-A256-9D33-251A-71307306F2B6}"/>
                      </a:ext>
                    </a:extLst>
                  </p:cNvPr>
                  <p:cNvSpPr/>
                  <p:nvPr/>
                </p:nvSpPr>
                <p:spPr>
                  <a:xfrm>
                    <a:off x="4660165" y="1766265"/>
                    <a:ext cx="192039" cy="38407"/>
                  </a:xfrm>
                  <a:custGeom>
                    <a:avLst/>
                    <a:gdLst>
                      <a:gd name="connsiteX0" fmla="*/ 1 w 192039"/>
                      <a:gd name="connsiteY0" fmla="*/ 38408 h 38407"/>
                      <a:gd name="connsiteX1" fmla="*/ 34568 w 192039"/>
                      <a:gd name="connsiteY1" fmla="*/ 38408 h 38407"/>
                      <a:gd name="connsiteX2" fmla="*/ 49931 w 192039"/>
                      <a:gd name="connsiteY2" fmla="*/ 1 h 38407"/>
                      <a:gd name="connsiteX3" fmla="*/ 65294 w 192039"/>
                      <a:gd name="connsiteY3" fmla="*/ 38408 h 38407"/>
                      <a:gd name="connsiteX4" fmla="*/ 80657 w 192039"/>
                      <a:gd name="connsiteY4" fmla="*/ 1 h 38407"/>
                      <a:gd name="connsiteX5" fmla="*/ 96020 w 192039"/>
                      <a:gd name="connsiteY5" fmla="*/ 38408 h 38407"/>
                      <a:gd name="connsiteX6" fmla="*/ 111383 w 192039"/>
                      <a:gd name="connsiteY6" fmla="*/ 1 h 38407"/>
                      <a:gd name="connsiteX7" fmla="*/ 126747 w 192039"/>
                      <a:gd name="connsiteY7" fmla="*/ 38408 h 38407"/>
                      <a:gd name="connsiteX8" fmla="*/ 142109 w 192039"/>
                      <a:gd name="connsiteY8" fmla="*/ 1 h 38407"/>
                      <a:gd name="connsiteX9" fmla="*/ 157473 w 192039"/>
                      <a:gd name="connsiteY9" fmla="*/ 38408 h 38407"/>
                      <a:gd name="connsiteX10" fmla="*/ 192040 w 192039"/>
                      <a:gd name="connsiteY10" fmla="*/ 38408 h 3840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92039" h="38407">
                        <a:moveTo>
                          <a:pt x="1" y="38408"/>
                        </a:moveTo>
                        <a:lnTo>
                          <a:pt x="34568" y="38408"/>
                        </a:lnTo>
                        <a:cubicBezTo>
                          <a:pt x="34568" y="17188"/>
                          <a:pt x="41481" y="1"/>
                          <a:pt x="49931" y="1"/>
                        </a:cubicBezTo>
                        <a:cubicBezTo>
                          <a:pt x="58380" y="1"/>
                          <a:pt x="65294" y="17188"/>
                          <a:pt x="65294" y="38408"/>
                        </a:cubicBezTo>
                        <a:cubicBezTo>
                          <a:pt x="65294" y="17188"/>
                          <a:pt x="72207" y="1"/>
                          <a:pt x="80657" y="1"/>
                        </a:cubicBezTo>
                        <a:cubicBezTo>
                          <a:pt x="89107" y="1"/>
                          <a:pt x="96020" y="17188"/>
                          <a:pt x="96020" y="38408"/>
                        </a:cubicBezTo>
                        <a:cubicBezTo>
                          <a:pt x="96020" y="17188"/>
                          <a:pt x="102934" y="1"/>
                          <a:pt x="111383" y="1"/>
                        </a:cubicBezTo>
                        <a:cubicBezTo>
                          <a:pt x="119833" y="1"/>
                          <a:pt x="126747" y="17188"/>
                          <a:pt x="126747" y="38408"/>
                        </a:cubicBezTo>
                        <a:cubicBezTo>
                          <a:pt x="126747" y="17188"/>
                          <a:pt x="133660" y="1"/>
                          <a:pt x="142109" y="1"/>
                        </a:cubicBezTo>
                        <a:cubicBezTo>
                          <a:pt x="150559" y="1"/>
                          <a:pt x="157473" y="17188"/>
                          <a:pt x="157473" y="38408"/>
                        </a:cubicBezTo>
                        <a:lnTo>
                          <a:pt x="192040" y="38408"/>
                        </a:lnTo>
                      </a:path>
                    </a:pathLst>
                  </a:custGeom>
                  <a:noFill/>
                  <a:ln w="9598" cap="flat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</p:grpSp>
          <p:sp>
            <p:nvSpPr>
              <p:cNvPr id="814" name="Freeform: Shape 813">
                <a:extLst>
                  <a:ext uri="{FF2B5EF4-FFF2-40B4-BE49-F238E27FC236}">
                    <a16:creationId xmlns:a16="http://schemas.microsoft.com/office/drawing/2014/main" id="{5FA97782-CC62-D10C-3ABA-249F1FECB1BC}"/>
                  </a:ext>
                </a:extLst>
              </p:cNvPr>
              <p:cNvSpPr/>
              <p:nvPr/>
            </p:nvSpPr>
            <p:spPr>
              <a:xfrm>
                <a:off x="4957826" y="1804673"/>
                <a:ext cx="9601" cy="134427"/>
              </a:xfrm>
              <a:custGeom>
                <a:avLst/>
                <a:gdLst>
                  <a:gd name="connsiteX0" fmla="*/ 1 w 9601"/>
                  <a:gd name="connsiteY0" fmla="*/ 134428 h 134427"/>
                  <a:gd name="connsiteX1" fmla="*/ 1 w 9601"/>
                  <a:gd name="connsiteY1" fmla="*/ 1 h 1344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601" h="134427">
                    <a:moveTo>
                      <a:pt x="1" y="134428"/>
                    </a:moveTo>
                    <a:lnTo>
                      <a:pt x="1" y="1"/>
                    </a:lnTo>
                  </a:path>
                </a:pathLst>
              </a:custGeom>
              <a:noFill/>
              <a:ln w="959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815" name="Graphic 7">
                <a:extLst>
                  <a:ext uri="{FF2B5EF4-FFF2-40B4-BE49-F238E27FC236}">
                    <a16:creationId xmlns:a16="http://schemas.microsoft.com/office/drawing/2014/main" id="{FA3E39C7-A4A3-6624-90B7-07518EF30B57}"/>
                  </a:ext>
                </a:extLst>
              </p:cNvPr>
              <p:cNvGrpSpPr/>
              <p:nvPr/>
            </p:nvGrpSpPr>
            <p:grpSpPr>
              <a:xfrm>
                <a:off x="4866607" y="1939101"/>
                <a:ext cx="182437" cy="182437"/>
                <a:chOff x="4866607" y="1939101"/>
                <a:chExt cx="182437" cy="182437"/>
              </a:xfrm>
              <a:noFill/>
            </p:grpSpPr>
            <p:sp>
              <p:nvSpPr>
                <p:cNvPr id="930" name="Freeform: Shape 929">
                  <a:extLst>
                    <a:ext uri="{FF2B5EF4-FFF2-40B4-BE49-F238E27FC236}">
                      <a16:creationId xmlns:a16="http://schemas.microsoft.com/office/drawing/2014/main" id="{0E6D99C2-B511-A460-E90C-7B07FEBCD831}"/>
                    </a:ext>
                  </a:extLst>
                </p:cNvPr>
                <p:cNvSpPr/>
                <p:nvPr/>
              </p:nvSpPr>
              <p:spPr>
                <a:xfrm rot="5400000">
                  <a:off x="4909816" y="1939101"/>
                  <a:ext cx="96019" cy="182437"/>
                </a:xfrm>
                <a:custGeom>
                  <a:avLst/>
                  <a:gdLst>
                    <a:gd name="connsiteX0" fmla="*/ 1 w 96019"/>
                    <a:gd name="connsiteY0" fmla="*/ 1 h 182437"/>
                    <a:gd name="connsiteX1" fmla="*/ 96020 w 96019"/>
                    <a:gd name="connsiteY1" fmla="*/ 1 h 182437"/>
                    <a:gd name="connsiteX2" fmla="*/ 96020 w 96019"/>
                    <a:gd name="connsiteY2" fmla="*/ 182438 h 182437"/>
                    <a:gd name="connsiteX3" fmla="*/ 1 w 96019"/>
                    <a:gd name="connsiteY3" fmla="*/ 182438 h 1824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6019" h="182437">
                      <a:moveTo>
                        <a:pt x="1" y="1"/>
                      </a:moveTo>
                      <a:lnTo>
                        <a:pt x="96020" y="1"/>
                      </a:lnTo>
                      <a:lnTo>
                        <a:pt x="96020" y="182438"/>
                      </a:lnTo>
                      <a:lnTo>
                        <a:pt x="1" y="182438"/>
                      </a:lnTo>
                      <a:close/>
                    </a:path>
                  </a:pathLst>
                </a:custGeom>
                <a:noFill/>
                <a:ln w="959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31" name="Freeform: Shape 930">
                  <a:extLst>
                    <a:ext uri="{FF2B5EF4-FFF2-40B4-BE49-F238E27FC236}">
                      <a16:creationId xmlns:a16="http://schemas.microsoft.com/office/drawing/2014/main" id="{BAAEC00E-FD5A-EE13-B5F7-A22CFCB1E4C1}"/>
                    </a:ext>
                  </a:extLst>
                </p:cNvPr>
                <p:cNvSpPr/>
                <p:nvPr/>
              </p:nvSpPr>
              <p:spPr>
                <a:xfrm rot="5400000">
                  <a:off x="4866607" y="1982310"/>
                  <a:ext cx="182437" cy="96019"/>
                </a:xfrm>
                <a:custGeom>
                  <a:avLst/>
                  <a:gdLst>
                    <a:gd name="connsiteX0" fmla="*/ 1 w 182437"/>
                    <a:gd name="connsiteY0" fmla="*/ 48010 h 96019"/>
                    <a:gd name="connsiteX1" fmla="*/ 82097 w 182437"/>
                    <a:gd name="connsiteY1" fmla="*/ 48010 h 96019"/>
                    <a:gd name="connsiteX2" fmla="*/ 100341 w 182437"/>
                    <a:gd name="connsiteY2" fmla="*/ 1 h 96019"/>
                    <a:gd name="connsiteX3" fmla="*/ 100341 w 182437"/>
                    <a:gd name="connsiteY3" fmla="*/ 96020 h 96019"/>
                    <a:gd name="connsiteX4" fmla="*/ 82097 w 182437"/>
                    <a:gd name="connsiteY4" fmla="*/ 1 h 96019"/>
                    <a:gd name="connsiteX5" fmla="*/ 82097 w 182437"/>
                    <a:gd name="connsiteY5" fmla="*/ 96020 h 96019"/>
                    <a:gd name="connsiteX6" fmla="*/ 100341 w 182437"/>
                    <a:gd name="connsiteY6" fmla="*/ 48010 h 96019"/>
                    <a:gd name="connsiteX7" fmla="*/ 182438 w 182437"/>
                    <a:gd name="connsiteY7" fmla="*/ 48010 h 960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82437" h="96019">
                      <a:moveTo>
                        <a:pt x="1" y="48010"/>
                      </a:moveTo>
                      <a:lnTo>
                        <a:pt x="82097" y="48010"/>
                      </a:lnTo>
                      <a:moveTo>
                        <a:pt x="100341" y="1"/>
                      </a:moveTo>
                      <a:lnTo>
                        <a:pt x="100341" y="96020"/>
                      </a:lnTo>
                      <a:moveTo>
                        <a:pt x="82097" y="1"/>
                      </a:moveTo>
                      <a:lnTo>
                        <a:pt x="82097" y="96020"/>
                      </a:lnTo>
                      <a:moveTo>
                        <a:pt x="100341" y="48010"/>
                      </a:moveTo>
                      <a:lnTo>
                        <a:pt x="182438" y="48010"/>
                      </a:lnTo>
                    </a:path>
                  </a:pathLst>
                </a:custGeom>
                <a:noFill/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16" name="Graphic 7">
                <a:extLst>
                  <a:ext uri="{FF2B5EF4-FFF2-40B4-BE49-F238E27FC236}">
                    <a16:creationId xmlns:a16="http://schemas.microsoft.com/office/drawing/2014/main" id="{6FD42260-C2B7-9576-1ACC-685B830FD0A5}"/>
                  </a:ext>
                </a:extLst>
              </p:cNvPr>
              <p:cNvGrpSpPr/>
              <p:nvPr/>
            </p:nvGrpSpPr>
            <p:grpSpPr>
              <a:xfrm>
                <a:off x="4909816" y="2188752"/>
                <a:ext cx="96019" cy="96019"/>
                <a:chOff x="4909816" y="2188752"/>
                <a:chExt cx="96019" cy="96019"/>
              </a:xfrm>
              <a:noFill/>
            </p:grpSpPr>
            <p:sp>
              <p:nvSpPr>
                <p:cNvPr id="928" name="Freeform: Shape 927">
                  <a:extLst>
                    <a:ext uri="{FF2B5EF4-FFF2-40B4-BE49-F238E27FC236}">
                      <a16:creationId xmlns:a16="http://schemas.microsoft.com/office/drawing/2014/main" id="{1F7DB4F1-8CF7-1BF6-CFE0-9B968CC4B890}"/>
                    </a:ext>
                  </a:extLst>
                </p:cNvPr>
                <p:cNvSpPr/>
                <p:nvPr/>
              </p:nvSpPr>
              <p:spPr>
                <a:xfrm>
                  <a:off x="4909816" y="2188752"/>
                  <a:ext cx="96019" cy="96019"/>
                </a:xfrm>
                <a:custGeom>
                  <a:avLst/>
                  <a:gdLst>
                    <a:gd name="connsiteX0" fmla="*/ 1 w 96019"/>
                    <a:gd name="connsiteY0" fmla="*/ 1 h 96019"/>
                    <a:gd name="connsiteX1" fmla="*/ 96020 w 96019"/>
                    <a:gd name="connsiteY1" fmla="*/ 1 h 96019"/>
                    <a:gd name="connsiteX2" fmla="*/ 96020 w 96019"/>
                    <a:gd name="connsiteY2" fmla="*/ 96020 h 96019"/>
                    <a:gd name="connsiteX3" fmla="*/ 1 w 96019"/>
                    <a:gd name="connsiteY3" fmla="*/ 96020 h 960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6019" h="96019">
                      <a:moveTo>
                        <a:pt x="1" y="1"/>
                      </a:moveTo>
                      <a:lnTo>
                        <a:pt x="96020" y="1"/>
                      </a:lnTo>
                      <a:lnTo>
                        <a:pt x="96020" y="96020"/>
                      </a:lnTo>
                      <a:lnTo>
                        <a:pt x="1" y="96020"/>
                      </a:lnTo>
                      <a:close/>
                    </a:path>
                  </a:pathLst>
                </a:custGeom>
                <a:noFill/>
                <a:ln w="959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29" name="Freeform: Shape 928">
                  <a:extLst>
                    <a:ext uri="{FF2B5EF4-FFF2-40B4-BE49-F238E27FC236}">
                      <a16:creationId xmlns:a16="http://schemas.microsoft.com/office/drawing/2014/main" id="{E276DC07-10C2-8BB3-EF93-1C0FEC048378}"/>
                    </a:ext>
                  </a:extLst>
                </p:cNvPr>
                <p:cNvSpPr/>
                <p:nvPr/>
              </p:nvSpPr>
              <p:spPr>
                <a:xfrm>
                  <a:off x="4909816" y="2188752"/>
                  <a:ext cx="96019" cy="96019"/>
                </a:xfrm>
                <a:custGeom>
                  <a:avLst/>
                  <a:gdLst>
                    <a:gd name="connsiteX0" fmla="*/ 1 w 96019"/>
                    <a:gd name="connsiteY0" fmla="*/ 24005 h 96019"/>
                    <a:gd name="connsiteX1" fmla="*/ 96020 w 96019"/>
                    <a:gd name="connsiteY1" fmla="*/ 24005 h 96019"/>
                    <a:gd name="connsiteX2" fmla="*/ 7682 w 96019"/>
                    <a:gd name="connsiteY2" fmla="*/ 36008 h 96019"/>
                    <a:gd name="connsiteX3" fmla="*/ 88339 w 96019"/>
                    <a:gd name="connsiteY3" fmla="*/ 36008 h 96019"/>
                    <a:gd name="connsiteX4" fmla="*/ 15364 w 96019"/>
                    <a:gd name="connsiteY4" fmla="*/ 48010 h 96019"/>
                    <a:gd name="connsiteX5" fmla="*/ 80657 w 96019"/>
                    <a:gd name="connsiteY5" fmla="*/ 48010 h 96019"/>
                    <a:gd name="connsiteX6" fmla="*/ 31687 w 96019"/>
                    <a:gd name="connsiteY6" fmla="*/ 72015 h 96019"/>
                    <a:gd name="connsiteX7" fmla="*/ 64334 w 96019"/>
                    <a:gd name="connsiteY7" fmla="*/ 72015 h 96019"/>
                    <a:gd name="connsiteX8" fmla="*/ 39369 w 96019"/>
                    <a:gd name="connsiteY8" fmla="*/ 84018 h 96019"/>
                    <a:gd name="connsiteX9" fmla="*/ 56652 w 96019"/>
                    <a:gd name="connsiteY9" fmla="*/ 84018 h 96019"/>
                    <a:gd name="connsiteX10" fmla="*/ 48010 w 96019"/>
                    <a:gd name="connsiteY10" fmla="*/ 1 h 96019"/>
                    <a:gd name="connsiteX11" fmla="*/ 48010 w 96019"/>
                    <a:gd name="connsiteY11" fmla="*/ 24005 h 96019"/>
                    <a:gd name="connsiteX12" fmla="*/ 24005 w 96019"/>
                    <a:gd name="connsiteY12" fmla="*/ 60013 h 96019"/>
                    <a:gd name="connsiteX13" fmla="*/ 72015 w 96019"/>
                    <a:gd name="connsiteY13" fmla="*/ 60013 h 96019"/>
                    <a:gd name="connsiteX14" fmla="*/ 47050 w 96019"/>
                    <a:gd name="connsiteY14" fmla="*/ 96020 h 96019"/>
                    <a:gd name="connsiteX15" fmla="*/ 48971 w 96019"/>
                    <a:gd name="connsiteY15" fmla="*/ 96020 h 960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96019" h="96019">
                      <a:moveTo>
                        <a:pt x="1" y="24005"/>
                      </a:moveTo>
                      <a:lnTo>
                        <a:pt x="96020" y="24005"/>
                      </a:lnTo>
                      <a:moveTo>
                        <a:pt x="7682" y="36008"/>
                      </a:moveTo>
                      <a:lnTo>
                        <a:pt x="88339" y="36008"/>
                      </a:lnTo>
                      <a:moveTo>
                        <a:pt x="15364" y="48010"/>
                      </a:moveTo>
                      <a:lnTo>
                        <a:pt x="80657" y="48010"/>
                      </a:lnTo>
                      <a:moveTo>
                        <a:pt x="31687" y="72015"/>
                      </a:moveTo>
                      <a:lnTo>
                        <a:pt x="64334" y="72015"/>
                      </a:lnTo>
                      <a:moveTo>
                        <a:pt x="39369" y="84018"/>
                      </a:moveTo>
                      <a:lnTo>
                        <a:pt x="56652" y="84018"/>
                      </a:lnTo>
                      <a:moveTo>
                        <a:pt x="48010" y="1"/>
                      </a:moveTo>
                      <a:lnTo>
                        <a:pt x="48010" y="24005"/>
                      </a:lnTo>
                      <a:moveTo>
                        <a:pt x="24005" y="60013"/>
                      </a:moveTo>
                      <a:lnTo>
                        <a:pt x="72015" y="60013"/>
                      </a:lnTo>
                      <a:moveTo>
                        <a:pt x="47050" y="96020"/>
                      </a:moveTo>
                      <a:lnTo>
                        <a:pt x="48971" y="96020"/>
                      </a:lnTo>
                    </a:path>
                  </a:pathLst>
                </a:custGeom>
                <a:noFill/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817" name="Freeform: Shape 816">
                <a:extLst>
                  <a:ext uri="{FF2B5EF4-FFF2-40B4-BE49-F238E27FC236}">
                    <a16:creationId xmlns:a16="http://schemas.microsoft.com/office/drawing/2014/main" id="{CE122DCE-D3A4-A5B5-2713-428DAB54AF2C}"/>
                  </a:ext>
                </a:extLst>
              </p:cNvPr>
              <p:cNvSpPr/>
              <p:nvPr/>
            </p:nvSpPr>
            <p:spPr>
              <a:xfrm>
                <a:off x="4957826" y="2121538"/>
                <a:ext cx="9601" cy="67213"/>
              </a:xfrm>
              <a:custGeom>
                <a:avLst/>
                <a:gdLst>
                  <a:gd name="connsiteX0" fmla="*/ 1 w 9601"/>
                  <a:gd name="connsiteY0" fmla="*/ 67214 h 67213"/>
                  <a:gd name="connsiteX1" fmla="*/ 1 w 9601"/>
                  <a:gd name="connsiteY1" fmla="*/ 1 h 672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601" h="67213">
                    <a:moveTo>
                      <a:pt x="1" y="67214"/>
                    </a:moveTo>
                    <a:lnTo>
                      <a:pt x="1" y="1"/>
                    </a:lnTo>
                  </a:path>
                </a:pathLst>
              </a:custGeom>
              <a:noFill/>
              <a:ln w="959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818" name="Graphic 7">
                <a:extLst>
                  <a:ext uri="{FF2B5EF4-FFF2-40B4-BE49-F238E27FC236}">
                    <a16:creationId xmlns:a16="http://schemas.microsoft.com/office/drawing/2014/main" id="{D0B224F1-ED5D-335F-D53A-71ABC3C689F7}"/>
                  </a:ext>
                </a:extLst>
              </p:cNvPr>
              <p:cNvGrpSpPr/>
              <p:nvPr/>
            </p:nvGrpSpPr>
            <p:grpSpPr>
              <a:xfrm>
                <a:off x="4295290" y="1804673"/>
                <a:ext cx="258100" cy="1027410"/>
                <a:chOff x="4295290" y="1804673"/>
                <a:chExt cx="258100" cy="1027410"/>
              </a:xfrm>
            </p:grpSpPr>
            <p:sp>
              <p:nvSpPr>
                <p:cNvPr id="926" name="Freeform: Shape 925">
                  <a:extLst>
                    <a:ext uri="{FF2B5EF4-FFF2-40B4-BE49-F238E27FC236}">
                      <a16:creationId xmlns:a16="http://schemas.microsoft.com/office/drawing/2014/main" id="{39D203E5-01DE-0FA3-FE42-7B350E49D2CB}"/>
                    </a:ext>
                  </a:extLst>
                </p:cNvPr>
                <p:cNvSpPr/>
                <p:nvPr/>
              </p:nvSpPr>
              <p:spPr>
                <a:xfrm>
                  <a:off x="4295290" y="1804673"/>
                  <a:ext cx="200489" cy="1008206"/>
                </a:xfrm>
                <a:custGeom>
                  <a:avLst/>
                  <a:gdLst>
                    <a:gd name="connsiteX0" fmla="*/ 1 w 200489"/>
                    <a:gd name="connsiteY0" fmla="*/ 1 h 1008206"/>
                    <a:gd name="connsiteX1" fmla="*/ 1 w 200489"/>
                    <a:gd name="connsiteY1" fmla="*/ 1008207 h 1008206"/>
                    <a:gd name="connsiteX2" fmla="*/ 200490 w 200489"/>
                    <a:gd name="connsiteY2" fmla="*/ 1008207 h 10082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00489" h="1008206">
                      <a:moveTo>
                        <a:pt x="1" y="1"/>
                      </a:moveTo>
                      <a:lnTo>
                        <a:pt x="1" y="1008207"/>
                      </a:lnTo>
                      <a:lnTo>
                        <a:pt x="200490" y="1008207"/>
                      </a:lnTo>
                    </a:path>
                  </a:pathLst>
                </a:custGeom>
                <a:noFill/>
                <a:ln w="9598" cap="flat">
                  <a:solidFill>
                    <a:srgbClr val="000000"/>
                  </a:solidFill>
                  <a:custDash>
                    <a:ds d="225000" sp="225000"/>
                  </a:custDash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27" name="Freeform: Shape 926">
                  <a:extLst>
                    <a:ext uri="{FF2B5EF4-FFF2-40B4-BE49-F238E27FC236}">
                      <a16:creationId xmlns:a16="http://schemas.microsoft.com/office/drawing/2014/main" id="{CCF511AB-902B-BD2D-CBF1-0517A8AD5171}"/>
                    </a:ext>
                  </a:extLst>
                </p:cNvPr>
                <p:cNvSpPr/>
                <p:nvPr/>
              </p:nvSpPr>
              <p:spPr>
                <a:xfrm>
                  <a:off x="4495779" y="2793676"/>
                  <a:ext cx="57611" cy="38407"/>
                </a:xfrm>
                <a:custGeom>
                  <a:avLst/>
                  <a:gdLst>
                    <a:gd name="connsiteX0" fmla="*/ 57612 w 57611"/>
                    <a:gd name="connsiteY0" fmla="*/ 19204 h 38407"/>
                    <a:gd name="connsiteX1" fmla="*/ 1 w 57611"/>
                    <a:gd name="connsiteY1" fmla="*/ 38408 h 38407"/>
                    <a:gd name="connsiteX2" fmla="*/ 1 w 57611"/>
                    <a:gd name="connsiteY2" fmla="*/ 1 h 384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7611" h="38407">
                      <a:moveTo>
                        <a:pt x="57612" y="19204"/>
                      </a:moveTo>
                      <a:lnTo>
                        <a:pt x="1" y="38408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19" name="Graphic 7">
                <a:extLst>
                  <a:ext uri="{FF2B5EF4-FFF2-40B4-BE49-F238E27FC236}">
                    <a16:creationId xmlns:a16="http://schemas.microsoft.com/office/drawing/2014/main" id="{1C8820E1-286C-737A-1B02-A492A8561BC9}"/>
                  </a:ext>
                </a:extLst>
              </p:cNvPr>
              <p:cNvGrpSpPr/>
              <p:nvPr/>
            </p:nvGrpSpPr>
            <p:grpSpPr>
              <a:xfrm>
                <a:off x="5205172" y="1804673"/>
                <a:ext cx="308415" cy="739351"/>
                <a:chOff x="5205172" y="1804673"/>
                <a:chExt cx="308415" cy="739351"/>
              </a:xfrm>
            </p:grpSpPr>
            <p:sp>
              <p:nvSpPr>
                <p:cNvPr id="924" name="Freeform: Shape 923">
                  <a:extLst>
                    <a:ext uri="{FF2B5EF4-FFF2-40B4-BE49-F238E27FC236}">
                      <a16:creationId xmlns:a16="http://schemas.microsoft.com/office/drawing/2014/main" id="{245C25B4-5B91-78DA-DFD9-BF47FCB34020}"/>
                    </a:ext>
                  </a:extLst>
                </p:cNvPr>
                <p:cNvSpPr/>
                <p:nvPr/>
              </p:nvSpPr>
              <p:spPr>
                <a:xfrm>
                  <a:off x="5205172" y="1804673"/>
                  <a:ext cx="250803" cy="720147"/>
                </a:xfrm>
                <a:custGeom>
                  <a:avLst/>
                  <a:gdLst>
                    <a:gd name="connsiteX0" fmla="*/ 1 w 250803"/>
                    <a:gd name="connsiteY0" fmla="*/ 1 h 720147"/>
                    <a:gd name="connsiteX1" fmla="*/ 2305 w 250803"/>
                    <a:gd name="connsiteY1" fmla="*/ 720148 h 720147"/>
                    <a:gd name="connsiteX2" fmla="*/ 250804 w 250803"/>
                    <a:gd name="connsiteY2" fmla="*/ 720148 h 7201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50803" h="720147">
                      <a:moveTo>
                        <a:pt x="1" y="1"/>
                      </a:moveTo>
                      <a:lnTo>
                        <a:pt x="2305" y="720148"/>
                      </a:lnTo>
                      <a:lnTo>
                        <a:pt x="250804" y="720148"/>
                      </a:lnTo>
                    </a:path>
                  </a:pathLst>
                </a:custGeom>
                <a:noFill/>
                <a:ln w="9598" cap="flat">
                  <a:solidFill>
                    <a:srgbClr val="000000"/>
                  </a:solidFill>
                  <a:custDash>
                    <a:ds d="225000" sp="225000"/>
                  </a:custDash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25" name="Freeform: Shape 924">
                  <a:extLst>
                    <a:ext uri="{FF2B5EF4-FFF2-40B4-BE49-F238E27FC236}">
                      <a16:creationId xmlns:a16="http://schemas.microsoft.com/office/drawing/2014/main" id="{2731492F-CC43-5AF4-F61D-5D127513A193}"/>
                    </a:ext>
                  </a:extLst>
                </p:cNvPr>
                <p:cNvSpPr/>
                <p:nvPr/>
              </p:nvSpPr>
              <p:spPr>
                <a:xfrm>
                  <a:off x="5455976" y="2505617"/>
                  <a:ext cx="57611" cy="38407"/>
                </a:xfrm>
                <a:custGeom>
                  <a:avLst/>
                  <a:gdLst>
                    <a:gd name="connsiteX0" fmla="*/ 57612 w 57611"/>
                    <a:gd name="connsiteY0" fmla="*/ 19204 h 38407"/>
                    <a:gd name="connsiteX1" fmla="*/ 1 w 57611"/>
                    <a:gd name="connsiteY1" fmla="*/ 38408 h 38407"/>
                    <a:gd name="connsiteX2" fmla="*/ 1 w 57611"/>
                    <a:gd name="connsiteY2" fmla="*/ 1 h 384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7611" h="38407">
                      <a:moveTo>
                        <a:pt x="57612" y="19204"/>
                      </a:moveTo>
                      <a:lnTo>
                        <a:pt x="1" y="38408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20" name="Graphic 7">
                <a:extLst>
                  <a:ext uri="{FF2B5EF4-FFF2-40B4-BE49-F238E27FC236}">
                    <a16:creationId xmlns:a16="http://schemas.microsoft.com/office/drawing/2014/main" id="{6F078CAE-1C57-84C4-451B-2E7B6F859F6F}"/>
                  </a:ext>
                </a:extLst>
              </p:cNvPr>
              <p:cNvGrpSpPr/>
              <p:nvPr/>
            </p:nvGrpSpPr>
            <p:grpSpPr>
              <a:xfrm>
                <a:off x="4852204" y="2790507"/>
                <a:ext cx="248498" cy="44745"/>
                <a:chOff x="4852204" y="2790507"/>
                <a:chExt cx="248498" cy="44745"/>
              </a:xfrm>
            </p:grpSpPr>
            <p:sp>
              <p:nvSpPr>
                <p:cNvPr id="922" name="Freeform: Shape 921">
                  <a:extLst>
                    <a:ext uri="{FF2B5EF4-FFF2-40B4-BE49-F238E27FC236}">
                      <a16:creationId xmlns:a16="http://schemas.microsoft.com/office/drawing/2014/main" id="{10C76E4E-790F-42D6-6BB2-220150DA5F6A}"/>
                    </a:ext>
                  </a:extLst>
                </p:cNvPr>
                <p:cNvSpPr/>
                <p:nvPr/>
              </p:nvSpPr>
              <p:spPr>
                <a:xfrm>
                  <a:off x="4852204" y="2812880"/>
                  <a:ext cx="181285" cy="9601"/>
                </a:xfrm>
                <a:custGeom>
                  <a:avLst/>
                  <a:gdLst>
                    <a:gd name="connsiteX0" fmla="*/ 1 w 181285"/>
                    <a:gd name="connsiteY0" fmla="*/ 1 h 9601"/>
                    <a:gd name="connsiteX1" fmla="*/ 181286 w 181285"/>
                    <a:gd name="connsiteY1" fmla="*/ 1 h 96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81285" h="9601">
                      <a:moveTo>
                        <a:pt x="1" y="1"/>
                      </a:moveTo>
                      <a:lnTo>
                        <a:pt x="181286" y="1"/>
                      </a:lnTo>
                    </a:path>
                  </a:pathLst>
                </a:custGeom>
                <a:noFill/>
                <a:ln w="9598" cap="flat">
                  <a:solidFill>
                    <a:srgbClr val="0099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23" name="Freeform: Shape 922">
                  <a:extLst>
                    <a:ext uri="{FF2B5EF4-FFF2-40B4-BE49-F238E27FC236}">
                      <a16:creationId xmlns:a16="http://schemas.microsoft.com/office/drawing/2014/main" id="{A5828008-CC12-6686-78AD-D2DB3460CA40}"/>
                    </a:ext>
                  </a:extLst>
                </p:cNvPr>
                <p:cNvSpPr/>
                <p:nvPr/>
              </p:nvSpPr>
              <p:spPr>
                <a:xfrm>
                  <a:off x="5033489" y="2790507"/>
                  <a:ext cx="67213" cy="44745"/>
                </a:xfrm>
                <a:custGeom>
                  <a:avLst/>
                  <a:gdLst>
                    <a:gd name="connsiteX0" fmla="*/ 67214 w 67213"/>
                    <a:gd name="connsiteY0" fmla="*/ 22373 h 44745"/>
                    <a:gd name="connsiteX1" fmla="*/ 1 w 67213"/>
                    <a:gd name="connsiteY1" fmla="*/ 44746 h 44745"/>
                    <a:gd name="connsiteX2" fmla="*/ 1 w 67213"/>
                    <a:gd name="connsiteY2" fmla="*/ 1 h 447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67213" h="44745">
                      <a:moveTo>
                        <a:pt x="67214" y="22373"/>
                      </a:moveTo>
                      <a:lnTo>
                        <a:pt x="1" y="44746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009900"/>
                </a:solidFill>
                <a:ln w="9598" cap="flat">
                  <a:solidFill>
                    <a:srgbClr val="0099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21" name="Graphic 7">
                <a:extLst>
                  <a:ext uri="{FF2B5EF4-FFF2-40B4-BE49-F238E27FC236}">
                    <a16:creationId xmlns:a16="http://schemas.microsoft.com/office/drawing/2014/main" id="{897DF8B1-9E99-5922-493F-7BCF8539A08E}"/>
                  </a:ext>
                </a:extLst>
              </p:cNvPr>
              <p:cNvGrpSpPr/>
              <p:nvPr/>
            </p:nvGrpSpPr>
            <p:grpSpPr>
              <a:xfrm>
                <a:off x="5812400" y="2571198"/>
                <a:ext cx="248498" cy="38407"/>
                <a:chOff x="5812400" y="2571198"/>
                <a:chExt cx="248498" cy="38407"/>
              </a:xfrm>
            </p:grpSpPr>
            <p:sp>
              <p:nvSpPr>
                <p:cNvPr id="920" name="Freeform: Shape 919">
                  <a:extLst>
                    <a:ext uri="{FF2B5EF4-FFF2-40B4-BE49-F238E27FC236}">
                      <a16:creationId xmlns:a16="http://schemas.microsoft.com/office/drawing/2014/main" id="{F41E7606-59BB-3511-85DD-5FD8A9981A6B}"/>
                    </a:ext>
                  </a:extLst>
                </p:cNvPr>
                <p:cNvSpPr/>
                <p:nvPr/>
              </p:nvSpPr>
              <p:spPr>
                <a:xfrm>
                  <a:off x="5812400" y="2590402"/>
                  <a:ext cx="190887" cy="9601"/>
                </a:xfrm>
                <a:custGeom>
                  <a:avLst/>
                  <a:gdLst>
                    <a:gd name="connsiteX0" fmla="*/ 1 w 190887"/>
                    <a:gd name="connsiteY0" fmla="*/ 1 h 9601"/>
                    <a:gd name="connsiteX1" fmla="*/ 190888 w 190887"/>
                    <a:gd name="connsiteY1" fmla="*/ 1 h 96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90887" h="9601">
                      <a:moveTo>
                        <a:pt x="1" y="1"/>
                      </a:moveTo>
                      <a:lnTo>
                        <a:pt x="190888" y="1"/>
                      </a:lnTo>
                    </a:path>
                  </a:pathLst>
                </a:custGeom>
                <a:noFill/>
                <a:ln w="9598" cap="flat">
                  <a:solidFill>
                    <a:srgbClr val="007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21" name="Freeform: Shape 920">
                  <a:extLst>
                    <a:ext uri="{FF2B5EF4-FFF2-40B4-BE49-F238E27FC236}">
                      <a16:creationId xmlns:a16="http://schemas.microsoft.com/office/drawing/2014/main" id="{3226B104-91CD-E19C-6D34-C4CC3C2F0828}"/>
                    </a:ext>
                  </a:extLst>
                </p:cNvPr>
                <p:cNvSpPr/>
                <p:nvPr/>
              </p:nvSpPr>
              <p:spPr>
                <a:xfrm>
                  <a:off x="6003287" y="2571198"/>
                  <a:ext cx="57611" cy="38407"/>
                </a:xfrm>
                <a:custGeom>
                  <a:avLst/>
                  <a:gdLst>
                    <a:gd name="connsiteX0" fmla="*/ 57612 w 57611"/>
                    <a:gd name="connsiteY0" fmla="*/ 19204 h 38407"/>
                    <a:gd name="connsiteX1" fmla="*/ 1 w 57611"/>
                    <a:gd name="connsiteY1" fmla="*/ 38408 h 38407"/>
                    <a:gd name="connsiteX2" fmla="*/ 1 w 57611"/>
                    <a:gd name="connsiteY2" fmla="*/ 1 h 384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7611" h="38407">
                      <a:moveTo>
                        <a:pt x="57612" y="19204"/>
                      </a:moveTo>
                      <a:lnTo>
                        <a:pt x="1" y="38408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007FFF"/>
                </a:solidFill>
                <a:ln w="9598" cap="flat">
                  <a:solidFill>
                    <a:srgbClr val="007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22" name="Graphic 7">
                <a:extLst>
                  <a:ext uri="{FF2B5EF4-FFF2-40B4-BE49-F238E27FC236}">
                    <a16:creationId xmlns:a16="http://schemas.microsoft.com/office/drawing/2014/main" id="{67D1ADF1-0965-1623-87D1-89B0333AF879}"/>
                  </a:ext>
                </a:extLst>
              </p:cNvPr>
              <p:cNvGrpSpPr/>
              <p:nvPr/>
            </p:nvGrpSpPr>
            <p:grpSpPr>
              <a:xfrm>
                <a:off x="4688971" y="2457607"/>
                <a:ext cx="38407" cy="200489"/>
                <a:chOff x="4688971" y="2457607"/>
                <a:chExt cx="38407" cy="200489"/>
              </a:xfrm>
            </p:grpSpPr>
            <p:sp>
              <p:nvSpPr>
                <p:cNvPr id="918" name="Freeform: Shape 917">
                  <a:extLst>
                    <a:ext uri="{FF2B5EF4-FFF2-40B4-BE49-F238E27FC236}">
                      <a16:creationId xmlns:a16="http://schemas.microsoft.com/office/drawing/2014/main" id="{8EEDAF98-FC6D-E4E7-3EF7-3E07175050E7}"/>
                    </a:ext>
                  </a:extLst>
                </p:cNvPr>
                <p:cNvSpPr/>
                <p:nvPr/>
              </p:nvSpPr>
              <p:spPr>
                <a:xfrm>
                  <a:off x="4708174" y="2457607"/>
                  <a:ext cx="9601" cy="142877"/>
                </a:xfrm>
                <a:custGeom>
                  <a:avLst/>
                  <a:gdLst>
                    <a:gd name="connsiteX0" fmla="*/ 1 w 9601"/>
                    <a:gd name="connsiteY0" fmla="*/ 1 h 142877"/>
                    <a:gd name="connsiteX1" fmla="*/ 1 w 9601"/>
                    <a:gd name="connsiteY1" fmla="*/ 142878 h 1428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9601" h="142877">
                      <a:moveTo>
                        <a:pt x="1" y="1"/>
                      </a:moveTo>
                      <a:lnTo>
                        <a:pt x="1" y="142878"/>
                      </a:lnTo>
                    </a:path>
                  </a:pathLst>
                </a:custGeom>
                <a:noFill/>
                <a:ln w="9598" cap="flat">
                  <a:solidFill>
                    <a:srgbClr val="FF00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19" name="Freeform: Shape 918">
                  <a:extLst>
                    <a:ext uri="{FF2B5EF4-FFF2-40B4-BE49-F238E27FC236}">
                      <a16:creationId xmlns:a16="http://schemas.microsoft.com/office/drawing/2014/main" id="{45AE7B07-289F-304E-422C-9564B882D2D0}"/>
                    </a:ext>
                  </a:extLst>
                </p:cNvPr>
                <p:cNvSpPr/>
                <p:nvPr/>
              </p:nvSpPr>
              <p:spPr>
                <a:xfrm>
                  <a:off x="4688971" y="2600484"/>
                  <a:ext cx="38407" cy="57611"/>
                </a:xfrm>
                <a:custGeom>
                  <a:avLst/>
                  <a:gdLst>
                    <a:gd name="connsiteX0" fmla="*/ 19204 w 38407"/>
                    <a:gd name="connsiteY0" fmla="*/ 57612 h 57611"/>
                    <a:gd name="connsiteX1" fmla="*/ 1 w 38407"/>
                    <a:gd name="connsiteY1" fmla="*/ 1 h 57611"/>
                    <a:gd name="connsiteX2" fmla="*/ 38408 w 38407"/>
                    <a:gd name="connsiteY2" fmla="*/ 1 h 576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8407" h="57611">
                      <a:moveTo>
                        <a:pt x="19204" y="57612"/>
                      </a:moveTo>
                      <a:lnTo>
                        <a:pt x="1" y="1"/>
                      </a:lnTo>
                      <a:lnTo>
                        <a:pt x="38408" y="1"/>
                      </a:lnTo>
                      <a:close/>
                    </a:path>
                  </a:pathLst>
                </a:custGeom>
                <a:solidFill>
                  <a:srgbClr val="FF00FF"/>
                </a:solidFill>
                <a:ln w="9598" cap="flat">
                  <a:solidFill>
                    <a:srgbClr val="FF00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23" name="Graphic 7">
                <a:extLst>
                  <a:ext uri="{FF2B5EF4-FFF2-40B4-BE49-F238E27FC236}">
                    <a16:creationId xmlns:a16="http://schemas.microsoft.com/office/drawing/2014/main" id="{86C1F59B-8779-D659-21EE-5375FEA7268E}"/>
                  </a:ext>
                </a:extLst>
              </p:cNvPr>
              <p:cNvGrpSpPr/>
              <p:nvPr/>
            </p:nvGrpSpPr>
            <p:grpSpPr>
              <a:xfrm>
                <a:off x="3988027" y="1516614"/>
                <a:ext cx="38407" cy="181285"/>
                <a:chOff x="3988027" y="1516614"/>
                <a:chExt cx="38407" cy="181285"/>
              </a:xfrm>
            </p:grpSpPr>
            <p:sp>
              <p:nvSpPr>
                <p:cNvPr id="916" name="Freeform: Shape 915">
                  <a:extLst>
                    <a:ext uri="{FF2B5EF4-FFF2-40B4-BE49-F238E27FC236}">
                      <a16:creationId xmlns:a16="http://schemas.microsoft.com/office/drawing/2014/main" id="{511A7D85-809F-61AB-056D-F6331A3AA82D}"/>
                    </a:ext>
                  </a:extLst>
                </p:cNvPr>
                <p:cNvSpPr/>
                <p:nvPr/>
              </p:nvSpPr>
              <p:spPr>
                <a:xfrm>
                  <a:off x="4007231" y="1516614"/>
                  <a:ext cx="9601" cy="123673"/>
                </a:xfrm>
                <a:custGeom>
                  <a:avLst/>
                  <a:gdLst>
                    <a:gd name="connsiteX0" fmla="*/ 1 w 9601"/>
                    <a:gd name="connsiteY0" fmla="*/ 1 h 123673"/>
                    <a:gd name="connsiteX1" fmla="*/ 1 w 9601"/>
                    <a:gd name="connsiteY1" fmla="*/ 123674 h 1236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9601" h="123673">
                      <a:moveTo>
                        <a:pt x="1" y="1"/>
                      </a:moveTo>
                      <a:lnTo>
                        <a:pt x="1" y="123674"/>
                      </a:lnTo>
                    </a:path>
                  </a:pathLst>
                </a:custGeom>
                <a:noFill/>
                <a:ln w="9598" cap="flat">
                  <a:solidFill>
                    <a:srgbClr val="0F00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17" name="Freeform: Shape 916">
                  <a:extLst>
                    <a:ext uri="{FF2B5EF4-FFF2-40B4-BE49-F238E27FC236}">
                      <a16:creationId xmlns:a16="http://schemas.microsoft.com/office/drawing/2014/main" id="{A3896737-5E49-45EC-E0EE-DD0A17A1395F}"/>
                    </a:ext>
                  </a:extLst>
                </p:cNvPr>
                <p:cNvSpPr/>
                <p:nvPr/>
              </p:nvSpPr>
              <p:spPr>
                <a:xfrm>
                  <a:off x="3988027" y="1640288"/>
                  <a:ext cx="38407" cy="57611"/>
                </a:xfrm>
                <a:custGeom>
                  <a:avLst/>
                  <a:gdLst>
                    <a:gd name="connsiteX0" fmla="*/ 19204 w 38407"/>
                    <a:gd name="connsiteY0" fmla="*/ 57612 h 57611"/>
                    <a:gd name="connsiteX1" fmla="*/ 1 w 38407"/>
                    <a:gd name="connsiteY1" fmla="*/ 1 h 57611"/>
                    <a:gd name="connsiteX2" fmla="*/ 38408 w 38407"/>
                    <a:gd name="connsiteY2" fmla="*/ 1 h 576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8407" h="57611">
                      <a:moveTo>
                        <a:pt x="19204" y="57612"/>
                      </a:moveTo>
                      <a:lnTo>
                        <a:pt x="1" y="1"/>
                      </a:lnTo>
                      <a:lnTo>
                        <a:pt x="38408" y="1"/>
                      </a:lnTo>
                      <a:close/>
                    </a:path>
                  </a:pathLst>
                </a:custGeom>
                <a:solidFill>
                  <a:srgbClr val="0F00FF"/>
                </a:solidFill>
                <a:ln w="9598" cap="flat">
                  <a:solidFill>
                    <a:srgbClr val="0F00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24" name="Graphic 7">
                <a:extLst>
                  <a:ext uri="{FF2B5EF4-FFF2-40B4-BE49-F238E27FC236}">
                    <a16:creationId xmlns:a16="http://schemas.microsoft.com/office/drawing/2014/main" id="{D91D0B2E-82D1-F71C-ECBC-28CDC44B6D29}"/>
                  </a:ext>
                </a:extLst>
              </p:cNvPr>
              <p:cNvGrpSpPr/>
              <p:nvPr/>
            </p:nvGrpSpPr>
            <p:grpSpPr>
              <a:xfrm>
                <a:off x="4972228" y="2616039"/>
                <a:ext cx="576117" cy="422486"/>
                <a:chOff x="4972228" y="2616039"/>
                <a:chExt cx="576117" cy="422486"/>
              </a:xfrm>
              <a:noFill/>
            </p:grpSpPr>
            <p:sp>
              <p:nvSpPr>
                <p:cNvPr id="914" name="Freeform: Shape 913">
                  <a:extLst>
                    <a:ext uri="{FF2B5EF4-FFF2-40B4-BE49-F238E27FC236}">
                      <a16:creationId xmlns:a16="http://schemas.microsoft.com/office/drawing/2014/main" id="{0A15FE8B-9CA0-0042-C28C-C5765A8C0677}"/>
                    </a:ext>
                  </a:extLst>
                </p:cNvPr>
                <p:cNvSpPr/>
                <p:nvPr/>
              </p:nvSpPr>
              <p:spPr>
                <a:xfrm>
                  <a:off x="4972228" y="2664049"/>
                  <a:ext cx="576117" cy="288058"/>
                </a:xfrm>
                <a:custGeom>
                  <a:avLst/>
                  <a:gdLst>
                    <a:gd name="connsiteX0" fmla="*/ 1 w 576117"/>
                    <a:gd name="connsiteY0" fmla="*/ 1 h 288058"/>
                    <a:gd name="connsiteX1" fmla="*/ 576118 w 576117"/>
                    <a:gd name="connsiteY1" fmla="*/ 1 h 288058"/>
                    <a:gd name="connsiteX2" fmla="*/ 576118 w 576117"/>
                    <a:gd name="connsiteY2" fmla="*/ 288059 h 288058"/>
                    <a:gd name="connsiteX3" fmla="*/ 1 w 576117"/>
                    <a:gd name="connsiteY3" fmla="*/ 288059 h 2880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76117" h="288058">
                      <a:moveTo>
                        <a:pt x="1" y="1"/>
                      </a:moveTo>
                      <a:lnTo>
                        <a:pt x="576118" y="1"/>
                      </a:lnTo>
                      <a:lnTo>
                        <a:pt x="576118" y="288059"/>
                      </a:lnTo>
                      <a:lnTo>
                        <a:pt x="1" y="288059"/>
                      </a:lnTo>
                      <a:close/>
                    </a:path>
                  </a:pathLst>
                </a:custGeom>
                <a:noFill/>
                <a:ln w="959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pic>
              <p:nvPicPr>
                <p:cNvPr id="915" name="Picture 914">
                  <a:extLst>
                    <a:ext uri="{FF2B5EF4-FFF2-40B4-BE49-F238E27FC236}">
                      <a16:creationId xmlns:a16="http://schemas.microsoft.com/office/drawing/2014/main" id="{7186B01D-9D0D-FDAF-06C8-CBD5BA1C467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981830" y="2616039"/>
                  <a:ext cx="556913" cy="422486"/>
                </a:xfrm>
                <a:custGeom>
                  <a:avLst/>
                  <a:gdLst>
                    <a:gd name="connsiteX0" fmla="*/ 0 w 556913"/>
                    <a:gd name="connsiteY0" fmla="*/ 0 h 422486"/>
                    <a:gd name="connsiteX1" fmla="*/ 556914 w 556913"/>
                    <a:gd name="connsiteY1" fmla="*/ 0 h 422486"/>
                    <a:gd name="connsiteX2" fmla="*/ 556914 w 556913"/>
                    <a:gd name="connsiteY2" fmla="*/ 422486 h 422486"/>
                    <a:gd name="connsiteX3" fmla="*/ 0 w 556913"/>
                    <a:gd name="connsiteY3" fmla="*/ 422486 h 4224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56913" h="422486">
                      <a:moveTo>
                        <a:pt x="0" y="0"/>
                      </a:moveTo>
                      <a:lnTo>
                        <a:pt x="556914" y="0"/>
                      </a:lnTo>
                      <a:lnTo>
                        <a:pt x="556914" y="422486"/>
                      </a:lnTo>
                      <a:lnTo>
                        <a:pt x="0" y="422486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825" name="Graphic 7">
                <a:extLst>
                  <a:ext uri="{FF2B5EF4-FFF2-40B4-BE49-F238E27FC236}">
                    <a16:creationId xmlns:a16="http://schemas.microsoft.com/office/drawing/2014/main" id="{61232B18-475D-A44A-AC96-40E0612A6188}"/>
                  </a:ext>
                </a:extLst>
              </p:cNvPr>
              <p:cNvGrpSpPr/>
              <p:nvPr/>
            </p:nvGrpSpPr>
            <p:grpSpPr>
              <a:xfrm>
                <a:off x="4170464" y="2078329"/>
                <a:ext cx="576117" cy="403282"/>
                <a:chOff x="4170464" y="2078329"/>
                <a:chExt cx="576117" cy="403282"/>
              </a:xfrm>
              <a:noFill/>
            </p:grpSpPr>
            <p:sp>
              <p:nvSpPr>
                <p:cNvPr id="912" name="Freeform: Shape 911">
                  <a:extLst>
                    <a:ext uri="{FF2B5EF4-FFF2-40B4-BE49-F238E27FC236}">
                      <a16:creationId xmlns:a16="http://schemas.microsoft.com/office/drawing/2014/main" id="{B1686B2E-C586-E402-8439-9913C5F4711F}"/>
                    </a:ext>
                  </a:extLst>
                </p:cNvPr>
                <p:cNvSpPr/>
                <p:nvPr/>
              </p:nvSpPr>
              <p:spPr>
                <a:xfrm>
                  <a:off x="4170464" y="2121538"/>
                  <a:ext cx="576117" cy="288058"/>
                </a:xfrm>
                <a:custGeom>
                  <a:avLst/>
                  <a:gdLst>
                    <a:gd name="connsiteX0" fmla="*/ 1 w 576117"/>
                    <a:gd name="connsiteY0" fmla="*/ 1 h 288058"/>
                    <a:gd name="connsiteX1" fmla="*/ 576118 w 576117"/>
                    <a:gd name="connsiteY1" fmla="*/ 1 h 288058"/>
                    <a:gd name="connsiteX2" fmla="*/ 576118 w 576117"/>
                    <a:gd name="connsiteY2" fmla="*/ 288059 h 288058"/>
                    <a:gd name="connsiteX3" fmla="*/ 1 w 576117"/>
                    <a:gd name="connsiteY3" fmla="*/ 288059 h 2880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76117" h="288058">
                      <a:moveTo>
                        <a:pt x="1" y="1"/>
                      </a:moveTo>
                      <a:lnTo>
                        <a:pt x="576118" y="1"/>
                      </a:lnTo>
                      <a:lnTo>
                        <a:pt x="576118" y="288059"/>
                      </a:lnTo>
                      <a:lnTo>
                        <a:pt x="1" y="288059"/>
                      </a:lnTo>
                      <a:close/>
                    </a:path>
                  </a:pathLst>
                </a:custGeom>
                <a:noFill/>
                <a:ln w="959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pic>
              <p:nvPicPr>
                <p:cNvPr id="913" name="Picture 912">
                  <a:extLst>
                    <a:ext uri="{FF2B5EF4-FFF2-40B4-BE49-F238E27FC236}">
                      <a16:creationId xmlns:a16="http://schemas.microsoft.com/office/drawing/2014/main" id="{4BAC5BDB-58BE-7D92-C3D3-A080EB8B120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175265" y="2078329"/>
                  <a:ext cx="556913" cy="403282"/>
                </a:xfrm>
                <a:custGeom>
                  <a:avLst/>
                  <a:gdLst>
                    <a:gd name="connsiteX0" fmla="*/ 0 w 556913"/>
                    <a:gd name="connsiteY0" fmla="*/ 0 h 403282"/>
                    <a:gd name="connsiteX1" fmla="*/ 556914 w 556913"/>
                    <a:gd name="connsiteY1" fmla="*/ 0 h 403282"/>
                    <a:gd name="connsiteX2" fmla="*/ 556914 w 556913"/>
                    <a:gd name="connsiteY2" fmla="*/ 403283 h 403282"/>
                    <a:gd name="connsiteX3" fmla="*/ 0 w 556913"/>
                    <a:gd name="connsiteY3" fmla="*/ 403283 h 4032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56913" h="403282">
                      <a:moveTo>
                        <a:pt x="0" y="0"/>
                      </a:moveTo>
                      <a:lnTo>
                        <a:pt x="556914" y="0"/>
                      </a:lnTo>
                      <a:lnTo>
                        <a:pt x="556914" y="403283"/>
                      </a:lnTo>
                      <a:lnTo>
                        <a:pt x="0" y="403283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826" name="Graphic 7">
                <a:extLst>
                  <a:ext uri="{FF2B5EF4-FFF2-40B4-BE49-F238E27FC236}">
                    <a16:creationId xmlns:a16="http://schemas.microsoft.com/office/drawing/2014/main" id="{C4E961BA-2D6F-6AAA-0FAB-7E85BF8A4BAA}"/>
                  </a:ext>
                </a:extLst>
              </p:cNvPr>
              <p:cNvGrpSpPr/>
              <p:nvPr/>
            </p:nvGrpSpPr>
            <p:grpSpPr>
              <a:xfrm>
                <a:off x="5044243" y="1785469"/>
                <a:ext cx="576117" cy="393680"/>
                <a:chOff x="5044243" y="1785469"/>
                <a:chExt cx="576117" cy="393680"/>
              </a:xfrm>
              <a:noFill/>
            </p:grpSpPr>
            <p:sp>
              <p:nvSpPr>
                <p:cNvPr id="910" name="Freeform: Shape 909">
                  <a:extLst>
                    <a:ext uri="{FF2B5EF4-FFF2-40B4-BE49-F238E27FC236}">
                      <a16:creationId xmlns:a16="http://schemas.microsoft.com/office/drawing/2014/main" id="{2ED9AB97-86A0-875B-1B84-ABF8B8DAB822}"/>
                    </a:ext>
                  </a:extLst>
                </p:cNvPr>
                <p:cNvSpPr/>
                <p:nvPr/>
              </p:nvSpPr>
              <p:spPr>
                <a:xfrm>
                  <a:off x="5044243" y="1823877"/>
                  <a:ext cx="576117" cy="288058"/>
                </a:xfrm>
                <a:custGeom>
                  <a:avLst/>
                  <a:gdLst>
                    <a:gd name="connsiteX0" fmla="*/ 1 w 576117"/>
                    <a:gd name="connsiteY0" fmla="*/ 1 h 288058"/>
                    <a:gd name="connsiteX1" fmla="*/ 576118 w 576117"/>
                    <a:gd name="connsiteY1" fmla="*/ 1 h 288058"/>
                    <a:gd name="connsiteX2" fmla="*/ 576118 w 576117"/>
                    <a:gd name="connsiteY2" fmla="*/ 288059 h 288058"/>
                    <a:gd name="connsiteX3" fmla="*/ 1 w 576117"/>
                    <a:gd name="connsiteY3" fmla="*/ 288059 h 2880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76117" h="288058">
                      <a:moveTo>
                        <a:pt x="1" y="1"/>
                      </a:moveTo>
                      <a:lnTo>
                        <a:pt x="576118" y="1"/>
                      </a:lnTo>
                      <a:lnTo>
                        <a:pt x="576118" y="288059"/>
                      </a:lnTo>
                      <a:lnTo>
                        <a:pt x="1" y="288059"/>
                      </a:lnTo>
                      <a:close/>
                    </a:path>
                  </a:pathLst>
                </a:custGeom>
                <a:noFill/>
                <a:ln w="959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pic>
              <p:nvPicPr>
                <p:cNvPr id="911" name="Picture 910">
                  <a:extLst>
                    <a:ext uri="{FF2B5EF4-FFF2-40B4-BE49-F238E27FC236}">
                      <a16:creationId xmlns:a16="http://schemas.microsoft.com/office/drawing/2014/main" id="{7FFA6861-4F19-C436-AF93-72C726D08E4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049044" y="1785469"/>
                  <a:ext cx="556913" cy="393680"/>
                </a:xfrm>
                <a:custGeom>
                  <a:avLst/>
                  <a:gdLst>
                    <a:gd name="connsiteX0" fmla="*/ 0 w 556913"/>
                    <a:gd name="connsiteY0" fmla="*/ 0 h 393680"/>
                    <a:gd name="connsiteX1" fmla="*/ 556914 w 556913"/>
                    <a:gd name="connsiteY1" fmla="*/ 0 h 393680"/>
                    <a:gd name="connsiteX2" fmla="*/ 556914 w 556913"/>
                    <a:gd name="connsiteY2" fmla="*/ 393681 h 393680"/>
                    <a:gd name="connsiteX3" fmla="*/ 0 w 556913"/>
                    <a:gd name="connsiteY3" fmla="*/ 393681 h 3936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56913" h="393680">
                      <a:moveTo>
                        <a:pt x="0" y="0"/>
                      </a:moveTo>
                      <a:lnTo>
                        <a:pt x="556914" y="0"/>
                      </a:lnTo>
                      <a:lnTo>
                        <a:pt x="556914" y="393681"/>
                      </a:lnTo>
                      <a:lnTo>
                        <a:pt x="0" y="393681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827" name="Graphic 7">
                <a:extLst>
                  <a:ext uri="{FF2B5EF4-FFF2-40B4-BE49-F238E27FC236}">
                    <a16:creationId xmlns:a16="http://schemas.microsoft.com/office/drawing/2014/main" id="{0F5D912A-B468-CF89-7E8D-CDAA6193EA81}"/>
                  </a:ext>
                </a:extLst>
              </p:cNvPr>
              <p:cNvGrpSpPr/>
              <p:nvPr/>
            </p:nvGrpSpPr>
            <p:grpSpPr>
              <a:xfrm>
                <a:off x="5044243" y="1948703"/>
                <a:ext cx="576117" cy="393680"/>
                <a:chOff x="5044243" y="1948703"/>
                <a:chExt cx="576117" cy="393680"/>
              </a:xfrm>
              <a:noFill/>
            </p:grpSpPr>
            <p:sp>
              <p:nvSpPr>
                <p:cNvPr id="908" name="Freeform: Shape 907">
                  <a:extLst>
                    <a:ext uri="{FF2B5EF4-FFF2-40B4-BE49-F238E27FC236}">
                      <a16:creationId xmlns:a16="http://schemas.microsoft.com/office/drawing/2014/main" id="{171E39F6-8C9C-EF76-A0EC-11205A0C712D}"/>
                    </a:ext>
                  </a:extLst>
                </p:cNvPr>
                <p:cNvSpPr/>
                <p:nvPr/>
              </p:nvSpPr>
              <p:spPr>
                <a:xfrm>
                  <a:off x="5044243" y="1987111"/>
                  <a:ext cx="576117" cy="288058"/>
                </a:xfrm>
                <a:custGeom>
                  <a:avLst/>
                  <a:gdLst>
                    <a:gd name="connsiteX0" fmla="*/ 1 w 576117"/>
                    <a:gd name="connsiteY0" fmla="*/ 1 h 288058"/>
                    <a:gd name="connsiteX1" fmla="*/ 576118 w 576117"/>
                    <a:gd name="connsiteY1" fmla="*/ 1 h 288058"/>
                    <a:gd name="connsiteX2" fmla="*/ 576118 w 576117"/>
                    <a:gd name="connsiteY2" fmla="*/ 288059 h 288058"/>
                    <a:gd name="connsiteX3" fmla="*/ 1 w 576117"/>
                    <a:gd name="connsiteY3" fmla="*/ 288059 h 2880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76117" h="288058">
                      <a:moveTo>
                        <a:pt x="1" y="1"/>
                      </a:moveTo>
                      <a:lnTo>
                        <a:pt x="576118" y="1"/>
                      </a:lnTo>
                      <a:lnTo>
                        <a:pt x="576118" y="288059"/>
                      </a:lnTo>
                      <a:lnTo>
                        <a:pt x="1" y="288059"/>
                      </a:lnTo>
                      <a:close/>
                    </a:path>
                  </a:pathLst>
                </a:custGeom>
                <a:noFill/>
                <a:ln w="959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pic>
              <p:nvPicPr>
                <p:cNvPr id="909" name="Picture 908">
                  <a:extLst>
                    <a:ext uri="{FF2B5EF4-FFF2-40B4-BE49-F238E27FC236}">
                      <a16:creationId xmlns:a16="http://schemas.microsoft.com/office/drawing/2014/main" id="{374B66E7-724F-F87E-9D0C-822D58763B5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049044" y="1948703"/>
                  <a:ext cx="556913" cy="393680"/>
                </a:xfrm>
                <a:custGeom>
                  <a:avLst/>
                  <a:gdLst>
                    <a:gd name="connsiteX0" fmla="*/ 0 w 556913"/>
                    <a:gd name="connsiteY0" fmla="*/ 0 h 393680"/>
                    <a:gd name="connsiteX1" fmla="*/ 556914 w 556913"/>
                    <a:gd name="connsiteY1" fmla="*/ 0 h 393680"/>
                    <a:gd name="connsiteX2" fmla="*/ 556914 w 556913"/>
                    <a:gd name="connsiteY2" fmla="*/ 393681 h 393680"/>
                    <a:gd name="connsiteX3" fmla="*/ 0 w 556913"/>
                    <a:gd name="connsiteY3" fmla="*/ 393681 h 3936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56913" h="393680">
                      <a:moveTo>
                        <a:pt x="0" y="0"/>
                      </a:moveTo>
                      <a:lnTo>
                        <a:pt x="556914" y="0"/>
                      </a:lnTo>
                      <a:lnTo>
                        <a:pt x="556914" y="393681"/>
                      </a:lnTo>
                      <a:lnTo>
                        <a:pt x="0" y="393681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828" name="Graphic 7">
                <a:extLst>
                  <a:ext uri="{FF2B5EF4-FFF2-40B4-BE49-F238E27FC236}">
                    <a16:creationId xmlns:a16="http://schemas.microsoft.com/office/drawing/2014/main" id="{FBDDBC63-DE34-A344-A3CF-854BEF133CFE}"/>
                  </a:ext>
                </a:extLst>
              </p:cNvPr>
              <p:cNvGrpSpPr/>
              <p:nvPr/>
            </p:nvGrpSpPr>
            <p:grpSpPr>
              <a:xfrm>
                <a:off x="5918022" y="2251165"/>
                <a:ext cx="576117" cy="403282"/>
                <a:chOff x="5918022" y="2251165"/>
                <a:chExt cx="576117" cy="403282"/>
              </a:xfrm>
              <a:noFill/>
            </p:grpSpPr>
            <p:sp>
              <p:nvSpPr>
                <p:cNvPr id="906" name="Freeform: Shape 905">
                  <a:extLst>
                    <a:ext uri="{FF2B5EF4-FFF2-40B4-BE49-F238E27FC236}">
                      <a16:creationId xmlns:a16="http://schemas.microsoft.com/office/drawing/2014/main" id="{42E47022-548B-0D37-B195-E80A94AD7261}"/>
                    </a:ext>
                  </a:extLst>
                </p:cNvPr>
                <p:cNvSpPr/>
                <p:nvPr/>
              </p:nvSpPr>
              <p:spPr>
                <a:xfrm>
                  <a:off x="5918022" y="2294374"/>
                  <a:ext cx="576117" cy="278456"/>
                </a:xfrm>
                <a:custGeom>
                  <a:avLst/>
                  <a:gdLst>
                    <a:gd name="connsiteX0" fmla="*/ 1 w 576117"/>
                    <a:gd name="connsiteY0" fmla="*/ 1 h 278456"/>
                    <a:gd name="connsiteX1" fmla="*/ 576118 w 576117"/>
                    <a:gd name="connsiteY1" fmla="*/ 1 h 278456"/>
                    <a:gd name="connsiteX2" fmla="*/ 576118 w 576117"/>
                    <a:gd name="connsiteY2" fmla="*/ 278457 h 278456"/>
                    <a:gd name="connsiteX3" fmla="*/ 1 w 576117"/>
                    <a:gd name="connsiteY3" fmla="*/ 278457 h 2784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76117" h="278456">
                      <a:moveTo>
                        <a:pt x="1" y="1"/>
                      </a:moveTo>
                      <a:lnTo>
                        <a:pt x="576118" y="1"/>
                      </a:lnTo>
                      <a:lnTo>
                        <a:pt x="576118" y="278457"/>
                      </a:lnTo>
                      <a:lnTo>
                        <a:pt x="1" y="278457"/>
                      </a:lnTo>
                      <a:close/>
                    </a:path>
                  </a:pathLst>
                </a:custGeom>
                <a:noFill/>
                <a:ln w="959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pic>
              <p:nvPicPr>
                <p:cNvPr id="907" name="Picture 906">
                  <a:extLst>
                    <a:ext uri="{FF2B5EF4-FFF2-40B4-BE49-F238E27FC236}">
                      <a16:creationId xmlns:a16="http://schemas.microsoft.com/office/drawing/2014/main" id="{0F84369C-DF68-2780-7D82-3FBF8965345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922823" y="2251165"/>
                  <a:ext cx="556913" cy="403282"/>
                </a:xfrm>
                <a:custGeom>
                  <a:avLst/>
                  <a:gdLst>
                    <a:gd name="connsiteX0" fmla="*/ 0 w 556913"/>
                    <a:gd name="connsiteY0" fmla="*/ 0 h 403282"/>
                    <a:gd name="connsiteX1" fmla="*/ 556914 w 556913"/>
                    <a:gd name="connsiteY1" fmla="*/ 0 h 403282"/>
                    <a:gd name="connsiteX2" fmla="*/ 556914 w 556913"/>
                    <a:gd name="connsiteY2" fmla="*/ 403283 h 403282"/>
                    <a:gd name="connsiteX3" fmla="*/ 0 w 556913"/>
                    <a:gd name="connsiteY3" fmla="*/ 403283 h 4032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56913" h="403282">
                      <a:moveTo>
                        <a:pt x="0" y="0"/>
                      </a:moveTo>
                      <a:lnTo>
                        <a:pt x="556914" y="0"/>
                      </a:lnTo>
                      <a:lnTo>
                        <a:pt x="556914" y="403283"/>
                      </a:lnTo>
                      <a:lnTo>
                        <a:pt x="0" y="403283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829" name="Graphic 7">
                <a:extLst>
                  <a:ext uri="{FF2B5EF4-FFF2-40B4-BE49-F238E27FC236}">
                    <a16:creationId xmlns:a16="http://schemas.microsoft.com/office/drawing/2014/main" id="{612747A3-0988-F9BD-2608-E7A2E3A2C1B5}"/>
                  </a:ext>
                </a:extLst>
              </p:cNvPr>
              <p:cNvGrpSpPr/>
              <p:nvPr/>
            </p:nvGrpSpPr>
            <p:grpSpPr>
              <a:xfrm>
                <a:off x="5918022" y="2404796"/>
                <a:ext cx="576117" cy="403282"/>
                <a:chOff x="5918022" y="2404796"/>
                <a:chExt cx="576117" cy="403282"/>
              </a:xfrm>
              <a:noFill/>
            </p:grpSpPr>
            <p:sp>
              <p:nvSpPr>
                <p:cNvPr id="904" name="Freeform: Shape 903">
                  <a:extLst>
                    <a:ext uri="{FF2B5EF4-FFF2-40B4-BE49-F238E27FC236}">
                      <a16:creationId xmlns:a16="http://schemas.microsoft.com/office/drawing/2014/main" id="{1160E5DC-B28A-ED6A-1CE9-B59CEAB4887E}"/>
                    </a:ext>
                  </a:extLst>
                </p:cNvPr>
                <p:cNvSpPr/>
                <p:nvPr/>
              </p:nvSpPr>
              <p:spPr>
                <a:xfrm>
                  <a:off x="5918022" y="2448005"/>
                  <a:ext cx="576117" cy="288058"/>
                </a:xfrm>
                <a:custGeom>
                  <a:avLst/>
                  <a:gdLst>
                    <a:gd name="connsiteX0" fmla="*/ 1 w 576117"/>
                    <a:gd name="connsiteY0" fmla="*/ 1 h 288058"/>
                    <a:gd name="connsiteX1" fmla="*/ 576118 w 576117"/>
                    <a:gd name="connsiteY1" fmla="*/ 1 h 288058"/>
                    <a:gd name="connsiteX2" fmla="*/ 576118 w 576117"/>
                    <a:gd name="connsiteY2" fmla="*/ 288059 h 288058"/>
                    <a:gd name="connsiteX3" fmla="*/ 1 w 576117"/>
                    <a:gd name="connsiteY3" fmla="*/ 288059 h 2880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76117" h="288058">
                      <a:moveTo>
                        <a:pt x="1" y="1"/>
                      </a:moveTo>
                      <a:lnTo>
                        <a:pt x="576118" y="1"/>
                      </a:lnTo>
                      <a:lnTo>
                        <a:pt x="576118" y="288059"/>
                      </a:lnTo>
                      <a:lnTo>
                        <a:pt x="1" y="288059"/>
                      </a:lnTo>
                      <a:close/>
                    </a:path>
                  </a:pathLst>
                </a:custGeom>
                <a:noFill/>
                <a:ln w="959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pic>
              <p:nvPicPr>
                <p:cNvPr id="905" name="Picture 904">
                  <a:extLst>
                    <a:ext uri="{FF2B5EF4-FFF2-40B4-BE49-F238E27FC236}">
                      <a16:creationId xmlns:a16="http://schemas.microsoft.com/office/drawing/2014/main" id="{C9501C5D-FA81-ABC9-8598-7FE470F3534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922823" y="2404796"/>
                  <a:ext cx="556913" cy="403282"/>
                </a:xfrm>
                <a:custGeom>
                  <a:avLst/>
                  <a:gdLst>
                    <a:gd name="connsiteX0" fmla="*/ 0 w 556913"/>
                    <a:gd name="connsiteY0" fmla="*/ 0 h 403282"/>
                    <a:gd name="connsiteX1" fmla="*/ 556914 w 556913"/>
                    <a:gd name="connsiteY1" fmla="*/ 0 h 403282"/>
                    <a:gd name="connsiteX2" fmla="*/ 556914 w 556913"/>
                    <a:gd name="connsiteY2" fmla="*/ 403283 h 403282"/>
                    <a:gd name="connsiteX3" fmla="*/ 0 w 556913"/>
                    <a:gd name="connsiteY3" fmla="*/ 403283 h 4032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56913" h="403282">
                      <a:moveTo>
                        <a:pt x="0" y="0"/>
                      </a:moveTo>
                      <a:lnTo>
                        <a:pt x="556914" y="0"/>
                      </a:lnTo>
                      <a:lnTo>
                        <a:pt x="556914" y="403283"/>
                      </a:lnTo>
                      <a:lnTo>
                        <a:pt x="0" y="403283"/>
                      </a:lnTo>
                      <a:close/>
                    </a:path>
                  </a:pathLst>
                </a:custGeom>
              </p:spPr>
            </p:pic>
          </p:grpSp>
          <p:sp>
            <p:nvSpPr>
              <p:cNvPr id="830" name="Freeform: Shape 829">
                <a:extLst>
                  <a:ext uri="{FF2B5EF4-FFF2-40B4-BE49-F238E27FC236}">
                    <a16:creationId xmlns:a16="http://schemas.microsoft.com/office/drawing/2014/main" id="{C85F6BC6-7D36-029C-A493-624B6D79A12E}"/>
                  </a:ext>
                </a:extLst>
              </p:cNvPr>
              <p:cNvSpPr/>
              <p:nvPr/>
            </p:nvSpPr>
            <p:spPr>
              <a:xfrm>
                <a:off x="4890612" y="2764870"/>
                <a:ext cx="110422" cy="96019"/>
              </a:xfrm>
              <a:custGeom>
                <a:avLst/>
                <a:gdLst>
                  <a:gd name="connsiteX0" fmla="*/ 1 w 110422"/>
                  <a:gd name="connsiteY0" fmla="*/ 96020 h 96019"/>
                  <a:gd name="connsiteX1" fmla="*/ 110423 w 110422"/>
                  <a:gd name="connsiteY1" fmla="*/ 1 h 96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0422" h="96019">
                    <a:moveTo>
                      <a:pt x="1" y="96020"/>
                    </a:moveTo>
                    <a:lnTo>
                      <a:pt x="110423" y="1"/>
                    </a:lnTo>
                  </a:path>
                </a:pathLst>
              </a:custGeom>
              <a:noFill/>
              <a:ln w="9598" cap="flat">
                <a:solidFill>
                  <a:srgbClr val="0099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31" name="Freeform: Shape 830">
                <a:extLst>
                  <a:ext uri="{FF2B5EF4-FFF2-40B4-BE49-F238E27FC236}">
                    <a16:creationId xmlns:a16="http://schemas.microsoft.com/office/drawing/2014/main" id="{CB35BABA-DDED-3001-AE76-0C71A6E767C0}"/>
                  </a:ext>
                </a:extLst>
              </p:cNvPr>
              <p:cNvSpPr/>
              <p:nvPr/>
            </p:nvSpPr>
            <p:spPr>
              <a:xfrm>
                <a:off x="4919418" y="2764870"/>
                <a:ext cx="110422" cy="96019"/>
              </a:xfrm>
              <a:custGeom>
                <a:avLst/>
                <a:gdLst>
                  <a:gd name="connsiteX0" fmla="*/ 1 w 110422"/>
                  <a:gd name="connsiteY0" fmla="*/ 96020 h 96019"/>
                  <a:gd name="connsiteX1" fmla="*/ 110423 w 110422"/>
                  <a:gd name="connsiteY1" fmla="*/ 1 h 96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0422" h="96019">
                    <a:moveTo>
                      <a:pt x="1" y="96020"/>
                    </a:moveTo>
                    <a:lnTo>
                      <a:pt x="110423" y="1"/>
                    </a:lnTo>
                  </a:path>
                </a:pathLst>
              </a:custGeom>
              <a:noFill/>
              <a:ln w="9598" cap="flat">
                <a:solidFill>
                  <a:srgbClr val="0099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32" name="Freeform: Shape 831">
                <a:extLst>
                  <a:ext uri="{FF2B5EF4-FFF2-40B4-BE49-F238E27FC236}">
                    <a16:creationId xmlns:a16="http://schemas.microsoft.com/office/drawing/2014/main" id="{3E7DCF53-5433-043B-3C2B-6407325BB913}"/>
                  </a:ext>
                </a:extLst>
              </p:cNvPr>
              <p:cNvSpPr/>
              <p:nvPr/>
            </p:nvSpPr>
            <p:spPr>
              <a:xfrm>
                <a:off x="4223275" y="2448005"/>
                <a:ext cx="110422" cy="96019"/>
              </a:xfrm>
              <a:custGeom>
                <a:avLst/>
                <a:gdLst>
                  <a:gd name="connsiteX0" fmla="*/ 1 w 110422"/>
                  <a:gd name="connsiteY0" fmla="*/ 96020 h 96019"/>
                  <a:gd name="connsiteX1" fmla="*/ 110423 w 110422"/>
                  <a:gd name="connsiteY1" fmla="*/ 1 h 96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0422" h="96019">
                    <a:moveTo>
                      <a:pt x="1" y="96020"/>
                    </a:moveTo>
                    <a:lnTo>
                      <a:pt x="110423" y="1"/>
                    </a:lnTo>
                  </a:path>
                </a:pathLst>
              </a:custGeom>
              <a:noFill/>
              <a:ln w="959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33" name="Freeform: Shape 832">
                <a:extLst>
                  <a:ext uri="{FF2B5EF4-FFF2-40B4-BE49-F238E27FC236}">
                    <a16:creationId xmlns:a16="http://schemas.microsoft.com/office/drawing/2014/main" id="{CCB2637C-D7D5-7C76-0314-ABCC43DD4D73}"/>
                  </a:ext>
                </a:extLst>
              </p:cNvPr>
              <p:cNvSpPr/>
              <p:nvPr/>
            </p:nvSpPr>
            <p:spPr>
              <a:xfrm>
                <a:off x="4252081" y="2448005"/>
                <a:ext cx="110422" cy="96019"/>
              </a:xfrm>
              <a:custGeom>
                <a:avLst/>
                <a:gdLst>
                  <a:gd name="connsiteX0" fmla="*/ 1 w 110422"/>
                  <a:gd name="connsiteY0" fmla="*/ 96020 h 96019"/>
                  <a:gd name="connsiteX1" fmla="*/ 110423 w 110422"/>
                  <a:gd name="connsiteY1" fmla="*/ 1 h 96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0422" h="96019">
                    <a:moveTo>
                      <a:pt x="1" y="96020"/>
                    </a:moveTo>
                    <a:lnTo>
                      <a:pt x="110423" y="1"/>
                    </a:lnTo>
                  </a:path>
                </a:pathLst>
              </a:custGeom>
              <a:noFill/>
              <a:ln w="959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34" name="Freeform: Shape 833">
                <a:extLst>
                  <a:ext uri="{FF2B5EF4-FFF2-40B4-BE49-F238E27FC236}">
                    <a16:creationId xmlns:a16="http://schemas.microsoft.com/office/drawing/2014/main" id="{2975008E-1198-AA4D-EE43-4DC22E8000B7}"/>
                  </a:ext>
                </a:extLst>
              </p:cNvPr>
              <p:cNvSpPr/>
              <p:nvPr/>
            </p:nvSpPr>
            <p:spPr>
              <a:xfrm>
                <a:off x="4285688" y="2448005"/>
                <a:ext cx="110422" cy="96019"/>
              </a:xfrm>
              <a:custGeom>
                <a:avLst/>
                <a:gdLst>
                  <a:gd name="connsiteX0" fmla="*/ 1 w 110422"/>
                  <a:gd name="connsiteY0" fmla="*/ 96020 h 96019"/>
                  <a:gd name="connsiteX1" fmla="*/ 110423 w 110422"/>
                  <a:gd name="connsiteY1" fmla="*/ 1 h 96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0422" h="96019">
                    <a:moveTo>
                      <a:pt x="1" y="96020"/>
                    </a:moveTo>
                    <a:lnTo>
                      <a:pt x="110423" y="1"/>
                    </a:lnTo>
                  </a:path>
                </a:pathLst>
              </a:custGeom>
              <a:noFill/>
              <a:ln w="959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35" name="Freeform: Shape 834">
                <a:extLst>
                  <a:ext uri="{FF2B5EF4-FFF2-40B4-BE49-F238E27FC236}">
                    <a16:creationId xmlns:a16="http://schemas.microsoft.com/office/drawing/2014/main" id="{379B5A64-2457-77E7-0237-74A92BF74706}"/>
                  </a:ext>
                </a:extLst>
              </p:cNvPr>
              <p:cNvSpPr/>
              <p:nvPr/>
            </p:nvSpPr>
            <p:spPr>
              <a:xfrm>
                <a:off x="5841206" y="2399995"/>
                <a:ext cx="110422" cy="96019"/>
              </a:xfrm>
              <a:custGeom>
                <a:avLst/>
                <a:gdLst>
                  <a:gd name="connsiteX0" fmla="*/ 1 w 110422"/>
                  <a:gd name="connsiteY0" fmla="*/ 96020 h 96019"/>
                  <a:gd name="connsiteX1" fmla="*/ 110423 w 110422"/>
                  <a:gd name="connsiteY1" fmla="*/ 1 h 96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0422" h="96019">
                    <a:moveTo>
                      <a:pt x="1" y="96020"/>
                    </a:moveTo>
                    <a:lnTo>
                      <a:pt x="110423" y="1"/>
                    </a:lnTo>
                  </a:path>
                </a:pathLst>
              </a:custGeom>
              <a:noFill/>
              <a:ln w="9598" cap="flat">
                <a:solidFill>
                  <a:srgbClr val="007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36" name="Freeform: Shape 835">
                <a:extLst>
                  <a:ext uri="{FF2B5EF4-FFF2-40B4-BE49-F238E27FC236}">
                    <a16:creationId xmlns:a16="http://schemas.microsoft.com/office/drawing/2014/main" id="{804EDD0E-40D9-2CC3-A288-4BE4E69F4E5E}"/>
                  </a:ext>
                </a:extLst>
              </p:cNvPr>
              <p:cNvSpPr/>
              <p:nvPr/>
            </p:nvSpPr>
            <p:spPr>
              <a:xfrm>
                <a:off x="5870012" y="2399995"/>
                <a:ext cx="110422" cy="96019"/>
              </a:xfrm>
              <a:custGeom>
                <a:avLst/>
                <a:gdLst>
                  <a:gd name="connsiteX0" fmla="*/ 1 w 110422"/>
                  <a:gd name="connsiteY0" fmla="*/ 96020 h 96019"/>
                  <a:gd name="connsiteX1" fmla="*/ 110423 w 110422"/>
                  <a:gd name="connsiteY1" fmla="*/ 1 h 96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0422" h="96019">
                    <a:moveTo>
                      <a:pt x="1" y="96020"/>
                    </a:moveTo>
                    <a:lnTo>
                      <a:pt x="110423" y="1"/>
                    </a:lnTo>
                  </a:path>
                </a:pathLst>
              </a:custGeom>
              <a:noFill/>
              <a:ln w="9598" cap="flat">
                <a:solidFill>
                  <a:srgbClr val="007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37" name="Freeform: Shape 836">
                <a:extLst>
                  <a:ext uri="{FF2B5EF4-FFF2-40B4-BE49-F238E27FC236}">
                    <a16:creationId xmlns:a16="http://schemas.microsoft.com/office/drawing/2014/main" id="{803D66CA-C462-3A65-903A-417656B75234}"/>
                  </a:ext>
                </a:extLst>
              </p:cNvPr>
              <p:cNvSpPr/>
              <p:nvPr/>
            </p:nvSpPr>
            <p:spPr>
              <a:xfrm>
                <a:off x="5841206" y="2544025"/>
                <a:ext cx="110422" cy="96019"/>
              </a:xfrm>
              <a:custGeom>
                <a:avLst/>
                <a:gdLst>
                  <a:gd name="connsiteX0" fmla="*/ 1 w 110422"/>
                  <a:gd name="connsiteY0" fmla="*/ 96020 h 96019"/>
                  <a:gd name="connsiteX1" fmla="*/ 110423 w 110422"/>
                  <a:gd name="connsiteY1" fmla="*/ 1 h 96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0422" h="96019">
                    <a:moveTo>
                      <a:pt x="1" y="96020"/>
                    </a:moveTo>
                    <a:lnTo>
                      <a:pt x="110423" y="1"/>
                    </a:lnTo>
                  </a:path>
                </a:pathLst>
              </a:custGeom>
              <a:noFill/>
              <a:ln w="9598" cap="flat">
                <a:solidFill>
                  <a:srgbClr val="007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38" name="Freeform: Shape 837">
                <a:extLst>
                  <a:ext uri="{FF2B5EF4-FFF2-40B4-BE49-F238E27FC236}">
                    <a16:creationId xmlns:a16="http://schemas.microsoft.com/office/drawing/2014/main" id="{27F3CBFC-FBE3-EC58-27D7-855EE6586F3A}"/>
                  </a:ext>
                </a:extLst>
              </p:cNvPr>
              <p:cNvSpPr/>
              <p:nvPr/>
            </p:nvSpPr>
            <p:spPr>
              <a:xfrm>
                <a:off x="5870012" y="2544025"/>
                <a:ext cx="110422" cy="96019"/>
              </a:xfrm>
              <a:custGeom>
                <a:avLst/>
                <a:gdLst>
                  <a:gd name="connsiteX0" fmla="*/ 1 w 110422"/>
                  <a:gd name="connsiteY0" fmla="*/ 96020 h 96019"/>
                  <a:gd name="connsiteX1" fmla="*/ 110423 w 110422"/>
                  <a:gd name="connsiteY1" fmla="*/ 1 h 96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0422" h="96019">
                    <a:moveTo>
                      <a:pt x="1" y="96020"/>
                    </a:moveTo>
                    <a:lnTo>
                      <a:pt x="110423" y="1"/>
                    </a:lnTo>
                  </a:path>
                </a:pathLst>
              </a:custGeom>
              <a:noFill/>
              <a:ln w="9598" cap="flat">
                <a:solidFill>
                  <a:srgbClr val="007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839" name="Graphic 7">
                <a:extLst>
                  <a:ext uri="{FF2B5EF4-FFF2-40B4-BE49-F238E27FC236}">
                    <a16:creationId xmlns:a16="http://schemas.microsoft.com/office/drawing/2014/main" id="{97DBFDC4-B8BF-F50B-F361-89ABE22655A7}"/>
                  </a:ext>
                </a:extLst>
              </p:cNvPr>
              <p:cNvGrpSpPr/>
              <p:nvPr/>
            </p:nvGrpSpPr>
            <p:grpSpPr>
              <a:xfrm>
                <a:off x="4727378" y="2342383"/>
                <a:ext cx="134427" cy="393680"/>
                <a:chOff x="4727378" y="2342383"/>
                <a:chExt cx="134427" cy="393680"/>
              </a:xfrm>
              <a:noFill/>
            </p:grpSpPr>
            <p:sp>
              <p:nvSpPr>
                <p:cNvPr id="902" name="Freeform: Shape 901">
                  <a:extLst>
                    <a:ext uri="{FF2B5EF4-FFF2-40B4-BE49-F238E27FC236}">
                      <a16:creationId xmlns:a16="http://schemas.microsoft.com/office/drawing/2014/main" id="{9A37A590-165B-483E-2BF0-05B34DE42587}"/>
                    </a:ext>
                  </a:extLst>
                </p:cNvPr>
                <p:cNvSpPr/>
                <p:nvPr/>
              </p:nvSpPr>
              <p:spPr>
                <a:xfrm>
                  <a:off x="4727378" y="2380791"/>
                  <a:ext cx="134427" cy="288058"/>
                </a:xfrm>
                <a:custGeom>
                  <a:avLst/>
                  <a:gdLst>
                    <a:gd name="connsiteX0" fmla="*/ 1 w 134427"/>
                    <a:gd name="connsiteY0" fmla="*/ 1 h 288058"/>
                    <a:gd name="connsiteX1" fmla="*/ 134428 w 134427"/>
                    <a:gd name="connsiteY1" fmla="*/ 1 h 288058"/>
                    <a:gd name="connsiteX2" fmla="*/ 134428 w 134427"/>
                    <a:gd name="connsiteY2" fmla="*/ 288059 h 288058"/>
                    <a:gd name="connsiteX3" fmla="*/ 1 w 134427"/>
                    <a:gd name="connsiteY3" fmla="*/ 288059 h 2880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4427" h="288058">
                      <a:moveTo>
                        <a:pt x="1" y="1"/>
                      </a:moveTo>
                      <a:lnTo>
                        <a:pt x="134428" y="1"/>
                      </a:lnTo>
                      <a:lnTo>
                        <a:pt x="134428" y="288059"/>
                      </a:lnTo>
                      <a:lnTo>
                        <a:pt x="1" y="288059"/>
                      </a:lnTo>
                      <a:close/>
                    </a:path>
                  </a:pathLst>
                </a:custGeom>
                <a:noFill/>
                <a:ln w="959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pic>
              <p:nvPicPr>
                <p:cNvPr id="903" name="Picture 902">
                  <a:extLst>
                    <a:ext uri="{FF2B5EF4-FFF2-40B4-BE49-F238E27FC236}">
                      <a16:creationId xmlns:a16="http://schemas.microsoft.com/office/drawing/2014/main" id="{96807B8D-85CF-577D-DCD8-21F0CD5ED01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732179" y="2342383"/>
                  <a:ext cx="115223" cy="393680"/>
                </a:xfrm>
                <a:custGeom>
                  <a:avLst/>
                  <a:gdLst>
                    <a:gd name="connsiteX0" fmla="*/ 0 w 115223"/>
                    <a:gd name="connsiteY0" fmla="*/ 0 h 393680"/>
                    <a:gd name="connsiteX1" fmla="*/ 115224 w 115223"/>
                    <a:gd name="connsiteY1" fmla="*/ 0 h 393680"/>
                    <a:gd name="connsiteX2" fmla="*/ 115224 w 115223"/>
                    <a:gd name="connsiteY2" fmla="*/ 393681 h 393680"/>
                    <a:gd name="connsiteX3" fmla="*/ 0 w 115223"/>
                    <a:gd name="connsiteY3" fmla="*/ 393681 h 3936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5223" h="393680">
                      <a:moveTo>
                        <a:pt x="0" y="0"/>
                      </a:moveTo>
                      <a:lnTo>
                        <a:pt x="115224" y="0"/>
                      </a:lnTo>
                      <a:lnTo>
                        <a:pt x="115224" y="393681"/>
                      </a:lnTo>
                      <a:lnTo>
                        <a:pt x="0" y="393681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840" name="Graphic 7">
                <a:extLst>
                  <a:ext uri="{FF2B5EF4-FFF2-40B4-BE49-F238E27FC236}">
                    <a16:creationId xmlns:a16="http://schemas.microsoft.com/office/drawing/2014/main" id="{81D79574-3970-70CF-B925-9FF6370CA2BE}"/>
                  </a:ext>
                </a:extLst>
              </p:cNvPr>
              <p:cNvGrpSpPr/>
              <p:nvPr/>
            </p:nvGrpSpPr>
            <p:grpSpPr>
              <a:xfrm>
                <a:off x="5716381" y="2015917"/>
                <a:ext cx="57611" cy="393680"/>
                <a:chOff x="5716381" y="2015917"/>
                <a:chExt cx="57611" cy="393680"/>
              </a:xfrm>
              <a:noFill/>
            </p:grpSpPr>
            <p:sp>
              <p:nvSpPr>
                <p:cNvPr id="900" name="Freeform: Shape 899">
                  <a:extLst>
                    <a:ext uri="{FF2B5EF4-FFF2-40B4-BE49-F238E27FC236}">
                      <a16:creationId xmlns:a16="http://schemas.microsoft.com/office/drawing/2014/main" id="{70617A6B-8F33-24C5-C48B-88E3C3051EC0}"/>
                    </a:ext>
                  </a:extLst>
                </p:cNvPr>
                <p:cNvSpPr/>
                <p:nvPr/>
              </p:nvSpPr>
              <p:spPr>
                <a:xfrm>
                  <a:off x="5716381" y="2054324"/>
                  <a:ext cx="57611" cy="288058"/>
                </a:xfrm>
                <a:custGeom>
                  <a:avLst/>
                  <a:gdLst>
                    <a:gd name="connsiteX0" fmla="*/ 1 w 57611"/>
                    <a:gd name="connsiteY0" fmla="*/ 1 h 288058"/>
                    <a:gd name="connsiteX1" fmla="*/ 57612 w 57611"/>
                    <a:gd name="connsiteY1" fmla="*/ 1 h 288058"/>
                    <a:gd name="connsiteX2" fmla="*/ 57612 w 57611"/>
                    <a:gd name="connsiteY2" fmla="*/ 288059 h 288058"/>
                    <a:gd name="connsiteX3" fmla="*/ 1 w 57611"/>
                    <a:gd name="connsiteY3" fmla="*/ 288059 h 2880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7611" h="288058">
                      <a:moveTo>
                        <a:pt x="1" y="1"/>
                      </a:moveTo>
                      <a:lnTo>
                        <a:pt x="57612" y="1"/>
                      </a:lnTo>
                      <a:lnTo>
                        <a:pt x="57612" y="288059"/>
                      </a:lnTo>
                      <a:lnTo>
                        <a:pt x="1" y="288059"/>
                      </a:lnTo>
                      <a:close/>
                    </a:path>
                  </a:pathLst>
                </a:custGeom>
                <a:noFill/>
                <a:ln w="959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pic>
              <p:nvPicPr>
                <p:cNvPr id="901" name="Picture 900">
                  <a:extLst>
                    <a:ext uri="{FF2B5EF4-FFF2-40B4-BE49-F238E27FC236}">
                      <a16:creationId xmlns:a16="http://schemas.microsoft.com/office/drawing/2014/main" id="{0B53C1D2-6504-0515-1018-73B9D81686B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721182" y="2015917"/>
                  <a:ext cx="38407" cy="393680"/>
                </a:xfrm>
                <a:custGeom>
                  <a:avLst/>
                  <a:gdLst>
                    <a:gd name="connsiteX0" fmla="*/ 0 w 38407"/>
                    <a:gd name="connsiteY0" fmla="*/ 0 h 393680"/>
                    <a:gd name="connsiteX1" fmla="*/ 38408 w 38407"/>
                    <a:gd name="connsiteY1" fmla="*/ 0 h 393680"/>
                    <a:gd name="connsiteX2" fmla="*/ 38408 w 38407"/>
                    <a:gd name="connsiteY2" fmla="*/ 393681 h 393680"/>
                    <a:gd name="connsiteX3" fmla="*/ 0 w 38407"/>
                    <a:gd name="connsiteY3" fmla="*/ 393681 h 3936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8407" h="393680">
                      <a:moveTo>
                        <a:pt x="0" y="0"/>
                      </a:moveTo>
                      <a:lnTo>
                        <a:pt x="38408" y="0"/>
                      </a:lnTo>
                      <a:lnTo>
                        <a:pt x="38408" y="393681"/>
                      </a:lnTo>
                      <a:lnTo>
                        <a:pt x="0" y="393681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841" name="Graphic 7">
                <a:extLst>
                  <a:ext uri="{FF2B5EF4-FFF2-40B4-BE49-F238E27FC236}">
                    <a16:creationId xmlns:a16="http://schemas.microsoft.com/office/drawing/2014/main" id="{46B14A3F-A105-8016-7CBD-803BDFE9AEF0}"/>
                  </a:ext>
                </a:extLst>
              </p:cNvPr>
              <p:cNvGrpSpPr/>
              <p:nvPr/>
            </p:nvGrpSpPr>
            <p:grpSpPr>
              <a:xfrm>
                <a:off x="6618965" y="2299174"/>
                <a:ext cx="537710" cy="518506"/>
                <a:chOff x="6618965" y="2299174"/>
                <a:chExt cx="537710" cy="518506"/>
              </a:xfrm>
              <a:solidFill>
                <a:srgbClr val="FFFFFF"/>
              </a:solidFill>
            </p:grpSpPr>
            <p:sp>
              <p:nvSpPr>
                <p:cNvPr id="898" name="Freeform: Shape 897">
                  <a:extLst>
                    <a:ext uri="{FF2B5EF4-FFF2-40B4-BE49-F238E27FC236}">
                      <a16:creationId xmlns:a16="http://schemas.microsoft.com/office/drawing/2014/main" id="{F92FEB26-FF9F-69D1-3575-B0FB8182C641}"/>
                    </a:ext>
                  </a:extLst>
                </p:cNvPr>
                <p:cNvSpPr/>
                <p:nvPr/>
              </p:nvSpPr>
              <p:spPr>
                <a:xfrm>
                  <a:off x="6618965" y="2303975"/>
                  <a:ext cx="537710" cy="480098"/>
                </a:xfrm>
                <a:custGeom>
                  <a:avLst/>
                  <a:gdLst>
                    <a:gd name="connsiteX0" fmla="*/ 1 w 537710"/>
                    <a:gd name="connsiteY0" fmla="*/ 1 h 480098"/>
                    <a:gd name="connsiteX1" fmla="*/ 537711 w 537710"/>
                    <a:gd name="connsiteY1" fmla="*/ 1 h 480098"/>
                    <a:gd name="connsiteX2" fmla="*/ 537711 w 537710"/>
                    <a:gd name="connsiteY2" fmla="*/ 480099 h 480098"/>
                    <a:gd name="connsiteX3" fmla="*/ 1 w 537710"/>
                    <a:gd name="connsiteY3" fmla="*/ 480099 h 4800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37710" h="480098">
                      <a:moveTo>
                        <a:pt x="1" y="1"/>
                      </a:moveTo>
                      <a:lnTo>
                        <a:pt x="537711" y="1"/>
                      </a:lnTo>
                      <a:lnTo>
                        <a:pt x="537711" y="480099"/>
                      </a:lnTo>
                      <a:lnTo>
                        <a:pt x="1" y="48009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9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pic>
              <p:nvPicPr>
                <p:cNvPr id="899" name="Picture 898">
                  <a:extLst>
                    <a:ext uri="{FF2B5EF4-FFF2-40B4-BE49-F238E27FC236}">
                      <a16:creationId xmlns:a16="http://schemas.microsoft.com/office/drawing/2014/main" id="{A8F877D4-C4A9-4915-154E-8EED9AF8A24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623766" y="2299174"/>
                  <a:ext cx="518506" cy="518506"/>
                </a:xfrm>
                <a:custGeom>
                  <a:avLst/>
                  <a:gdLst>
                    <a:gd name="connsiteX0" fmla="*/ 0 w 518506"/>
                    <a:gd name="connsiteY0" fmla="*/ 0 h 518506"/>
                    <a:gd name="connsiteX1" fmla="*/ 518506 w 518506"/>
                    <a:gd name="connsiteY1" fmla="*/ 0 h 518506"/>
                    <a:gd name="connsiteX2" fmla="*/ 518506 w 518506"/>
                    <a:gd name="connsiteY2" fmla="*/ 518506 h 518506"/>
                    <a:gd name="connsiteX3" fmla="*/ 0 w 518506"/>
                    <a:gd name="connsiteY3" fmla="*/ 518506 h 5185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18506" h="518506">
                      <a:moveTo>
                        <a:pt x="0" y="0"/>
                      </a:moveTo>
                      <a:lnTo>
                        <a:pt x="518506" y="0"/>
                      </a:lnTo>
                      <a:lnTo>
                        <a:pt x="518506" y="518506"/>
                      </a:lnTo>
                      <a:lnTo>
                        <a:pt x="0" y="518506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842" name="Graphic 7">
                <a:extLst>
                  <a:ext uri="{FF2B5EF4-FFF2-40B4-BE49-F238E27FC236}">
                    <a16:creationId xmlns:a16="http://schemas.microsoft.com/office/drawing/2014/main" id="{E20BFFE8-9126-73C0-21E3-6D601605DCEA}"/>
                  </a:ext>
                </a:extLst>
              </p:cNvPr>
              <p:cNvGrpSpPr/>
              <p:nvPr/>
            </p:nvGrpSpPr>
            <p:grpSpPr>
              <a:xfrm>
                <a:off x="6340508" y="2441572"/>
                <a:ext cx="248498" cy="38407"/>
                <a:chOff x="6340508" y="2441572"/>
                <a:chExt cx="248498" cy="38407"/>
              </a:xfrm>
            </p:grpSpPr>
            <p:sp>
              <p:nvSpPr>
                <p:cNvPr id="896" name="Freeform: Shape 895">
                  <a:extLst>
                    <a:ext uri="{FF2B5EF4-FFF2-40B4-BE49-F238E27FC236}">
                      <a16:creationId xmlns:a16="http://schemas.microsoft.com/office/drawing/2014/main" id="{B862A74D-D568-C4DB-40F8-B24E6610FA66}"/>
                    </a:ext>
                  </a:extLst>
                </p:cNvPr>
                <p:cNvSpPr/>
                <p:nvPr/>
              </p:nvSpPr>
              <p:spPr>
                <a:xfrm>
                  <a:off x="6340508" y="2460776"/>
                  <a:ext cx="190887" cy="9601"/>
                </a:xfrm>
                <a:custGeom>
                  <a:avLst/>
                  <a:gdLst>
                    <a:gd name="connsiteX0" fmla="*/ 1 w 190887"/>
                    <a:gd name="connsiteY0" fmla="*/ 1 h 9601"/>
                    <a:gd name="connsiteX1" fmla="*/ 190888 w 190887"/>
                    <a:gd name="connsiteY1" fmla="*/ 1 h 96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90887" h="9601">
                      <a:moveTo>
                        <a:pt x="1" y="1"/>
                      </a:moveTo>
                      <a:lnTo>
                        <a:pt x="190888" y="1"/>
                      </a:lnTo>
                    </a:path>
                  </a:pathLst>
                </a:custGeom>
                <a:noFill/>
                <a:ln w="9598" cap="flat">
                  <a:solidFill>
                    <a:srgbClr val="007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97" name="Freeform: Shape 896">
                  <a:extLst>
                    <a:ext uri="{FF2B5EF4-FFF2-40B4-BE49-F238E27FC236}">
                      <a16:creationId xmlns:a16="http://schemas.microsoft.com/office/drawing/2014/main" id="{8CA610E0-28B5-B035-8D19-2B49CFE42C9D}"/>
                    </a:ext>
                  </a:extLst>
                </p:cNvPr>
                <p:cNvSpPr/>
                <p:nvPr/>
              </p:nvSpPr>
              <p:spPr>
                <a:xfrm>
                  <a:off x="6531396" y="2441572"/>
                  <a:ext cx="57611" cy="38407"/>
                </a:xfrm>
                <a:custGeom>
                  <a:avLst/>
                  <a:gdLst>
                    <a:gd name="connsiteX0" fmla="*/ 57612 w 57611"/>
                    <a:gd name="connsiteY0" fmla="*/ 19204 h 38407"/>
                    <a:gd name="connsiteX1" fmla="*/ 1 w 57611"/>
                    <a:gd name="connsiteY1" fmla="*/ 38408 h 38407"/>
                    <a:gd name="connsiteX2" fmla="*/ 1 w 57611"/>
                    <a:gd name="connsiteY2" fmla="*/ 1 h 384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7611" h="38407">
                      <a:moveTo>
                        <a:pt x="57612" y="19204"/>
                      </a:moveTo>
                      <a:lnTo>
                        <a:pt x="1" y="38408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007FFF"/>
                </a:solidFill>
                <a:ln w="9598" cap="flat">
                  <a:solidFill>
                    <a:srgbClr val="007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43" name="Graphic 7">
                <a:extLst>
                  <a:ext uri="{FF2B5EF4-FFF2-40B4-BE49-F238E27FC236}">
                    <a16:creationId xmlns:a16="http://schemas.microsoft.com/office/drawing/2014/main" id="{62AD58F0-1758-101D-94BF-A891E8FFFF45}"/>
                  </a:ext>
                </a:extLst>
              </p:cNvPr>
              <p:cNvGrpSpPr/>
              <p:nvPr/>
            </p:nvGrpSpPr>
            <p:grpSpPr>
              <a:xfrm>
                <a:off x="6340508" y="2575999"/>
                <a:ext cx="248498" cy="38407"/>
                <a:chOff x="6340508" y="2575999"/>
                <a:chExt cx="248498" cy="38407"/>
              </a:xfrm>
            </p:grpSpPr>
            <p:sp>
              <p:nvSpPr>
                <p:cNvPr id="894" name="Freeform: Shape 893">
                  <a:extLst>
                    <a:ext uri="{FF2B5EF4-FFF2-40B4-BE49-F238E27FC236}">
                      <a16:creationId xmlns:a16="http://schemas.microsoft.com/office/drawing/2014/main" id="{14374668-5F12-D26E-9DFF-411625238796}"/>
                    </a:ext>
                  </a:extLst>
                </p:cNvPr>
                <p:cNvSpPr/>
                <p:nvPr/>
              </p:nvSpPr>
              <p:spPr>
                <a:xfrm>
                  <a:off x="6340508" y="2595203"/>
                  <a:ext cx="190887" cy="9601"/>
                </a:xfrm>
                <a:custGeom>
                  <a:avLst/>
                  <a:gdLst>
                    <a:gd name="connsiteX0" fmla="*/ 1 w 190887"/>
                    <a:gd name="connsiteY0" fmla="*/ 1 h 9601"/>
                    <a:gd name="connsiteX1" fmla="*/ 190888 w 190887"/>
                    <a:gd name="connsiteY1" fmla="*/ 1 h 96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90887" h="9601">
                      <a:moveTo>
                        <a:pt x="1" y="1"/>
                      </a:moveTo>
                      <a:lnTo>
                        <a:pt x="190888" y="1"/>
                      </a:lnTo>
                    </a:path>
                  </a:pathLst>
                </a:custGeom>
                <a:noFill/>
                <a:ln w="9598" cap="flat">
                  <a:solidFill>
                    <a:srgbClr val="007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95" name="Freeform: Shape 894">
                  <a:extLst>
                    <a:ext uri="{FF2B5EF4-FFF2-40B4-BE49-F238E27FC236}">
                      <a16:creationId xmlns:a16="http://schemas.microsoft.com/office/drawing/2014/main" id="{E3D59658-F7F4-B306-F5CE-02BF73B133D7}"/>
                    </a:ext>
                  </a:extLst>
                </p:cNvPr>
                <p:cNvSpPr/>
                <p:nvPr/>
              </p:nvSpPr>
              <p:spPr>
                <a:xfrm>
                  <a:off x="6531396" y="2575999"/>
                  <a:ext cx="57611" cy="38407"/>
                </a:xfrm>
                <a:custGeom>
                  <a:avLst/>
                  <a:gdLst>
                    <a:gd name="connsiteX0" fmla="*/ 57612 w 57611"/>
                    <a:gd name="connsiteY0" fmla="*/ 19204 h 38407"/>
                    <a:gd name="connsiteX1" fmla="*/ 1 w 57611"/>
                    <a:gd name="connsiteY1" fmla="*/ 38408 h 38407"/>
                    <a:gd name="connsiteX2" fmla="*/ 1 w 57611"/>
                    <a:gd name="connsiteY2" fmla="*/ 1 h 384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7611" h="38407">
                      <a:moveTo>
                        <a:pt x="57612" y="19204"/>
                      </a:moveTo>
                      <a:lnTo>
                        <a:pt x="1" y="38408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007FFF"/>
                </a:solidFill>
                <a:ln w="9598" cap="flat">
                  <a:solidFill>
                    <a:srgbClr val="007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844" name="Freeform: Shape 843">
                <a:extLst>
                  <a:ext uri="{FF2B5EF4-FFF2-40B4-BE49-F238E27FC236}">
                    <a16:creationId xmlns:a16="http://schemas.microsoft.com/office/drawing/2014/main" id="{EC905143-909F-5D6E-A7D4-397EC5407B5F}"/>
                  </a:ext>
                </a:extLst>
              </p:cNvPr>
              <p:cNvSpPr/>
              <p:nvPr/>
            </p:nvSpPr>
            <p:spPr>
              <a:xfrm>
                <a:off x="6369314" y="2404796"/>
                <a:ext cx="110422" cy="96019"/>
              </a:xfrm>
              <a:custGeom>
                <a:avLst/>
                <a:gdLst>
                  <a:gd name="connsiteX0" fmla="*/ 1 w 110422"/>
                  <a:gd name="connsiteY0" fmla="*/ 96020 h 96019"/>
                  <a:gd name="connsiteX1" fmla="*/ 110423 w 110422"/>
                  <a:gd name="connsiteY1" fmla="*/ 1 h 96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0422" h="96019">
                    <a:moveTo>
                      <a:pt x="1" y="96020"/>
                    </a:moveTo>
                    <a:lnTo>
                      <a:pt x="110423" y="1"/>
                    </a:lnTo>
                  </a:path>
                </a:pathLst>
              </a:custGeom>
              <a:noFill/>
              <a:ln w="9598" cap="flat">
                <a:solidFill>
                  <a:srgbClr val="007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45" name="Freeform: Shape 844">
                <a:extLst>
                  <a:ext uri="{FF2B5EF4-FFF2-40B4-BE49-F238E27FC236}">
                    <a16:creationId xmlns:a16="http://schemas.microsoft.com/office/drawing/2014/main" id="{EDACE4C5-5AD2-11D0-C3F9-D083E87A9202}"/>
                  </a:ext>
                </a:extLst>
              </p:cNvPr>
              <p:cNvSpPr/>
              <p:nvPr/>
            </p:nvSpPr>
            <p:spPr>
              <a:xfrm>
                <a:off x="6398120" y="2404796"/>
                <a:ext cx="110422" cy="96019"/>
              </a:xfrm>
              <a:custGeom>
                <a:avLst/>
                <a:gdLst>
                  <a:gd name="connsiteX0" fmla="*/ 1 w 110422"/>
                  <a:gd name="connsiteY0" fmla="*/ 96020 h 96019"/>
                  <a:gd name="connsiteX1" fmla="*/ 110423 w 110422"/>
                  <a:gd name="connsiteY1" fmla="*/ 1 h 96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0422" h="96019">
                    <a:moveTo>
                      <a:pt x="1" y="96020"/>
                    </a:moveTo>
                    <a:lnTo>
                      <a:pt x="110423" y="1"/>
                    </a:lnTo>
                  </a:path>
                </a:pathLst>
              </a:custGeom>
              <a:noFill/>
              <a:ln w="9598" cap="flat">
                <a:solidFill>
                  <a:srgbClr val="007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46" name="Freeform: Shape 845">
                <a:extLst>
                  <a:ext uri="{FF2B5EF4-FFF2-40B4-BE49-F238E27FC236}">
                    <a16:creationId xmlns:a16="http://schemas.microsoft.com/office/drawing/2014/main" id="{610F4877-C2A8-D496-E210-514B52D0BC05}"/>
                  </a:ext>
                </a:extLst>
              </p:cNvPr>
              <p:cNvSpPr/>
              <p:nvPr/>
            </p:nvSpPr>
            <p:spPr>
              <a:xfrm>
                <a:off x="6369314" y="2548826"/>
                <a:ext cx="110422" cy="96019"/>
              </a:xfrm>
              <a:custGeom>
                <a:avLst/>
                <a:gdLst>
                  <a:gd name="connsiteX0" fmla="*/ 1 w 110422"/>
                  <a:gd name="connsiteY0" fmla="*/ 96020 h 96019"/>
                  <a:gd name="connsiteX1" fmla="*/ 110423 w 110422"/>
                  <a:gd name="connsiteY1" fmla="*/ 1 h 96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0422" h="96019">
                    <a:moveTo>
                      <a:pt x="1" y="96020"/>
                    </a:moveTo>
                    <a:lnTo>
                      <a:pt x="110423" y="1"/>
                    </a:lnTo>
                  </a:path>
                </a:pathLst>
              </a:custGeom>
              <a:noFill/>
              <a:ln w="9598" cap="flat">
                <a:solidFill>
                  <a:srgbClr val="007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47" name="Freeform: Shape 846">
                <a:extLst>
                  <a:ext uri="{FF2B5EF4-FFF2-40B4-BE49-F238E27FC236}">
                    <a16:creationId xmlns:a16="http://schemas.microsoft.com/office/drawing/2014/main" id="{97A1AF57-323C-0B84-CEF4-0CDFCE563671}"/>
                  </a:ext>
                </a:extLst>
              </p:cNvPr>
              <p:cNvSpPr/>
              <p:nvPr/>
            </p:nvSpPr>
            <p:spPr>
              <a:xfrm>
                <a:off x="6398120" y="2548826"/>
                <a:ext cx="110422" cy="96019"/>
              </a:xfrm>
              <a:custGeom>
                <a:avLst/>
                <a:gdLst>
                  <a:gd name="connsiteX0" fmla="*/ 1 w 110422"/>
                  <a:gd name="connsiteY0" fmla="*/ 96020 h 96019"/>
                  <a:gd name="connsiteX1" fmla="*/ 110423 w 110422"/>
                  <a:gd name="connsiteY1" fmla="*/ 1 h 96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0422" h="96019">
                    <a:moveTo>
                      <a:pt x="1" y="96020"/>
                    </a:moveTo>
                    <a:lnTo>
                      <a:pt x="110423" y="1"/>
                    </a:lnTo>
                  </a:path>
                </a:pathLst>
              </a:custGeom>
              <a:noFill/>
              <a:ln w="9598" cap="flat">
                <a:solidFill>
                  <a:srgbClr val="007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848" name="Graphic 7">
                <a:extLst>
                  <a:ext uri="{FF2B5EF4-FFF2-40B4-BE49-F238E27FC236}">
                    <a16:creationId xmlns:a16="http://schemas.microsoft.com/office/drawing/2014/main" id="{2A2FAE6B-2EEA-4B17-05A2-B50552E9DFDC}"/>
                  </a:ext>
                </a:extLst>
              </p:cNvPr>
              <p:cNvGrpSpPr/>
              <p:nvPr/>
            </p:nvGrpSpPr>
            <p:grpSpPr>
              <a:xfrm>
                <a:off x="7156675" y="2582432"/>
                <a:ext cx="248498" cy="38407"/>
                <a:chOff x="7156675" y="2582432"/>
                <a:chExt cx="248498" cy="38407"/>
              </a:xfrm>
            </p:grpSpPr>
            <p:sp>
              <p:nvSpPr>
                <p:cNvPr id="892" name="Freeform: Shape 891">
                  <a:extLst>
                    <a:ext uri="{FF2B5EF4-FFF2-40B4-BE49-F238E27FC236}">
                      <a16:creationId xmlns:a16="http://schemas.microsoft.com/office/drawing/2014/main" id="{5F79B250-2AD8-43DD-0D6A-B954C5B559B8}"/>
                    </a:ext>
                  </a:extLst>
                </p:cNvPr>
                <p:cNvSpPr/>
                <p:nvPr/>
              </p:nvSpPr>
              <p:spPr>
                <a:xfrm>
                  <a:off x="7156675" y="2601636"/>
                  <a:ext cx="190887" cy="9601"/>
                </a:xfrm>
                <a:custGeom>
                  <a:avLst/>
                  <a:gdLst>
                    <a:gd name="connsiteX0" fmla="*/ 1 w 190887"/>
                    <a:gd name="connsiteY0" fmla="*/ 1 h 9601"/>
                    <a:gd name="connsiteX1" fmla="*/ 190888 w 190887"/>
                    <a:gd name="connsiteY1" fmla="*/ 1 h 96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90887" h="9601">
                      <a:moveTo>
                        <a:pt x="1" y="1"/>
                      </a:moveTo>
                      <a:lnTo>
                        <a:pt x="190888" y="1"/>
                      </a:lnTo>
                    </a:path>
                  </a:pathLst>
                </a:custGeom>
                <a:noFill/>
                <a:ln w="9598" cap="flat">
                  <a:solidFill>
                    <a:srgbClr val="FF8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93" name="Freeform: Shape 892">
                  <a:extLst>
                    <a:ext uri="{FF2B5EF4-FFF2-40B4-BE49-F238E27FC236}">
                      <a16:creationId xmlns:a16="http://schemas.microsoft.com/office/drawing/2014/main" id="{87AF0D68-1E35-D401-9CB8-85DD48C6AD67}"/>
                    </a:ext>
                  </a:extLst>
                </p:cNvPr>
                <p:cNvSpPr/>
                <p:nvPr/>
              </p:nvSpPr>
              <p:spPr>
                <a:xfrm>
                  <a:off x="7347563" y="2582432"/>
                  <a:ext cx="57611" cy="38407"/>
                </a:xfrm>
                <a:custGeom>
                  <a:avLst/>
                  <a:gdLst>
                    <a:gd name="connsiteX0" fmla="*/ 57612 w 57611"/>
                    <a:gd name="connsiteY0" fmla="*/ 19204 h 38407"/>
                    <a:gd name="connsiteX1" fmla="*/ 1 w 57611"/>
                    <a:gd name="connsiteY1" fmla="*/ 38408 h 38407"/>
                    <a:gd name="connsiteX2" fmla="*/ 1 w 57611"/>
                    <a:gd name="connsiteY2" fmla="*/ 1 h 384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7611" h="38407">
                      <a:moveTo>
                        <a:pt x="57612" y="19204"/>
                      </a:moveTo>
                      <a:lnTo>
                        <a:pt x="1" y="38408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FF8000"/>
                </a:solidFill>
                <a:ln w="9598" cap="flat">
                  <a:solidFill>
                    <a:srgbClr val="FF8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49" name="Graphic 7">
                <a:extLst>
                  <a:ext uri="{FF2B5EF4-FFF2-40B4-BE49-F238E27FC236}">
                    <a16:creationId xmlns:a16="http://schemas.microsoft.com/office/drawing/2014/main" id="{A3F36A71-731C-89EB-51C4-2B415B126B38}"/>
                  </a:ext>
                </a:extLst>
              </p:cNvPr>
              <p:cNvGrpSpPr/>
              <p:nvPr/>
            </p:nvGrpSpPr>
            <p:grpSpPr>
              <a:xfrm>
                <a:off x="7156675" y="2438403"/>
                <a:ext cx="248498" cy="38407"/>
                <a:chOff x="7156675" y="2438403"/>
                <a:chExt cx="248498" cy="38407"/>
              </a:xfrm>
            </p:grpSpPr>
            <p:sp>
              <p:nvSpPr>
                <p:cNvPr id="890" name="Freeform: Shape 889">
                  <a:extLst>
                    <a:ext uri="{FF2B5EF4-FFF2-40B4-BE49-F238E27FC236}">
                      <a16:creationId xmlns:a16="http://schemas.microsoft.com/office/drawing/2014/main" id="{39F20E1D-E082-62D8-4044-B7A475C000B7}"/>
                    </a:ext>
                  </a:extLst>
                </p:cNvPr>
                <p:cNvSpPr/>
                <p:nvPr/>
              </p:nvSpPr>
              <p:spPr>
                <a:xfrm>
                  <a:off x="7156675" y="2457607"/>
                  <a:ext cx="190887" cy="9601"/>
                </a:xfrm>
                <a:custGeom>
                  <a:avLst/>
                  <a:gdLst>
                    <a:gd name="connsiteX0" fmla="*/ 1 w 190887"/>
                    <a:gd name="connsiteY0" fmla="*/ 1 h 9601"/>
                    <a:gd name="connsiteX1" fmla="*/ 190888 w 190887"/>
                    <a:gd name="connsiteY1" fmla="*/ 1 h 96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90887" h="9601">
                      <a:moveTo>
                        <a:pt x="1" y="1"/>
                      </a:moveTo>
                      <a:lnTo>
                        <a:pt x="190888" y="1"/>
                      </a:lnTo>
                    </a:path>
                  </a:pathLst>
                </a:custGeom>
                <a:noFill/>
                <a:ln w="9598" cap="flat">
                  <a:solidFill>
                    <a:srgbClr val="CCCC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91" name="Freeform: Shape 890">
                  <a:extLst>
                    <a:ext uri="{FF2B5EF4-FFF2-40B4-BE49-F238E27FC236}">
                      <a16:creationId xmlns:a16="http://schemas.microsoft.com/office/drawing/2014/main" id="{AE331B8C-6141-A009-CDC2-7B51E2DFC85F}"/>
                    </a:ext>
                  </a:extLst>
                </p:cNvPr>
                <p:cNvSpPr/>
                <p:nvPr/>
              </p:nvSpPr>
              <p:spPr>
                <a:xfrm>
                  <a:off x="7347563" y="2438403"/>
                  <a:ext cx="57611" cy="38407"/>
                </a:xfrm>
                <a:custGeom>
                  <a:avLst/>
                  <a:gdLst>
                    <a:gd name="connsiteX0" fmla="*/ 57612 w 57611"/>
                    <a:gd name="connsiteY0" fmla="*/ 19204 h 38407"/>
                    <a:gd name="connsiteX1" fmla="*/ 1 w 57611"/>
                    <a:gd name="connsiteY1" fmla="*/ 38408 h 38407"/>
                    <a:gd name="connsiteX2" fmla="*/ 1 w 57611"/>
                    <a:gd name="connsiteY2" fmla="*/ 1 h 384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7611" h="38407">
                      <a:moveTo>
                        <a:pt x="57612" y="19204"/>
                      </a:moveTo>
                      <a:lnTo>
                        <a:pt x="1" y="38408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CCCC00"/>
                </a:solidFill>
                <a:ln w="9598" cap="flat">
                  <a:solidFill>
                    <a:srgbClr val="CCCC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50" name="Graphic 7">
                <a:extLst>
                  <a:ext uri="{FF2B5EF4-FFF2-40B4-BE49-F238E27FC236}">
                    <a16:creationId xmlns:a16="http://schemas.microsoft.com/office/drawing/2014/main" id="{2DC5C053-7AC9-5C44-1066-D9EF7E3B66E9}"/>
                  </a:ext>
                </a:extLst>
              </p:cNvPr>
              <p:cNvGrpSpPr/>
              <p:nvPr/>
            </p:nvGrpSpPr>
            <p:grpSpPr>
              <a:xfrm>
                <a:off x="7406326" y="2313577"/>
                <a:ext cx="249651" cy="288058"/>
                <a:chOff x="7406326" y="2313577"/>
                <a:chExt cx="249651" cy="288058"/>
              </a:xfrm>
              <a:noFill/>
            </p:grpSpPr>
            <p:sp>
              <p:nvSpPr>
                <p:cNvPr id="888" name="Freeform: Shape 887">
                  <a:extLst>
                    <a:ext uri="{FF2B5EF4-FFF2-40B4-BE49-F238E27FC236}">
                      <a16:creationId xmlns:a16="http://schemas.microsoft.com/office/drawing/2014/main" id="{7A348064-D8A3-4A74-C303-3E13E9690FEE}"/>
                    </a:ext>
                  </a:extLst>
                </p:cNvPr>
                <p:cNvSpPr/>
                <p:nvPr/>
              </p:nvSpPr>
              <p:spPr>
                <a:xfrm>
                  <a:off x="7406326" y="2313577"/>
                  <a:ext cx="249651" cy="288058"/>
                </a:xfrm>
                <a:custGeom>
                  <a:avLst/>
                  <a:gdLst>
                    <a:gd name="connsiteX0" fmla="*/ 1 w 249651"/>
                    <a:gd name="connsiteY0" fmla="*/ 1 h 288058"/>
                    <a:gd name="connsiteX1" fmla="*/ 249652 w 249651"/>
                    <a:gd name="connsiteY1" fmla="*/ 1 h 288058"/>
                    <a:gd name="connsiteX2" fmla="*/ 249652 w 249651"/>
                    <a:gd name="connsiteY2" fmla="*/ 288059 h 288058"/>
                    <a:gd name="connsiteX3" fmla="*/ 1 w 249651"/>
                    <a:gd name="connsiteY3" fmla="*/ 288059 h 2880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49651" h="288058">
                      <a:moveTo>
                        <a:pt x="1" y="1"/>
                      </a:moveTo>
                      <a:lnTo>
                        <a:pt x="249652" y="1"/>
                      </a:lnTo>
                      <a:lnTo>
                        <a:pt x="249652" y="288059"/>
                      </a:lnTo>
                      <a:lnTo>
                        <a:pt x="1" y="288059"/>
                      </a:lnTo>
                      <a:close/>
                    </a:path>
                  </a:pathLst>
                </a:custGeom>
                <a:noFill/>
                <a:ln w="959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pic>
              <p:nvPicPr>
                <p:cNvPr id="889" name="Picture 888">
                  <a:extLst>
                    <a:ext uri="{FF2B5EF4-FFF2-40B4-BE49-F238E27FC236}">
                      <a16:creationId xmlns:a16="http://schemas.microsoft.com/office/drawing/2014/main" id="{DD073B57-F856-CE18-22EC-20D5D51F54B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411127" y="2332781"/>
                  <a:ext cx="230447" cy="268854"/>
                </a:xfrm>
                <a:custGeom>
                  <a:avLst/>
                  <a:gdLst>
                    <a:gd name="connsiteX0" fmla="*/ 0 w 230447"/>
                    <a:gd name="connsiteY0" fmla="*/ 0 h 268854"/>
                    <a:gd name="connsiteX1" fmla="*/ 230447 w 230447"/>
                    <a:gd name="connsiteY1" fmla="*/ 0 h 268854"/>
                    <a:gd name="connsiteX2" fmla="*/ 230447 w 230447"/>
                    <a:gd name="connsiteY2" fmla="*/ 268855 h 268854"/>
                    <a:gd name="connsiteX3" fmla="*/ 0 w 230447"/>
                    <a:gd name="connsiteY3" fmla="*/ 268855 h 2688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30447" h="268854">
                      <a:moveTo>
                        <a:pt x="0" y="0"/>
                      </a:moveTo>
                      <a:lnTo>
                        <a:pt x="230447" y="0"/>
                      </a:lnTo>
                      <a:lnTo>
                        <a:pt x="230447" y="268855"/>
                      </a:lnTo>
                      <a:lnTo>
                        <a:pt x="0" y="268855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851" name="Graphic 7">
                <a:extLst>
                  <a:ext uri="{FF2B5EF4-FFF2-40B4-BE49-F238E27FC236}">
                    <a16:creationId xmlns:a16="http://schemas.microsoft.com/office/drawing/2014/main" id="{70B90CC3-369F-9E9A-EEFF-E2B705C70452}"/>
                  </a:ext>
                </a:extLst>
              </p:cNvPr>
              <p:cNvGrpSpPr/>
              <p:nvPr/>
            </p:nvGrpSpPr>
            <p:grpSpPr>
              <a:xfrm>
                <a:off x="7425530" y="2467209"/>
                <a:ext cx="249651" cy="288058"/>
                <a:chOff x="7425530" y="2467209"/>
                <a:chExt cx="249651" cy="288058"/>
              </a:xfrm>
              <a:noFill/>
            </p:grpSpPr>
            <p:sp>
              <p:nvSpPr>
                <p:cNvPr id="886" name="Freeform: Shape 885">
                  <a:extLst>
                    <a:ext uri="{FF2B5EF4-FFF2-40B4-BE49-F238E27FC236}">
                      <a16:creationId xmlns:a16="http://schemas.microsoft.com/office/drawing/2014/main" id="{8AEABCB0-ED62-A3C9-208B-7C429E3C7472}"/>
                    </a:ext>
                  </a:extLst>
                </p:cNvPr>
                <p:cNvSpPr/>
                <p:nvPr/>
              </p:nvSpPr>
              <p:spPr>
                <a:xfrm>
                  <a:off x="7425530" y="2467209"/>
                  <a:ext cx="249651" cy="288058"/>
                </a:xfrm>
                <a:custGeom>
                  <a:avLst/>
                  <a:gdLst>
                    <a:gd name="connsiteX0" fmla="*/ 1 w 249651"/>
                    <a:gd name="connsiteY0" fmla="*/ 1 h 288058"/>
                    <a:gd name="connsiteX1" fmla="*/ 249652 w 249651"/>
                    <a:gd name="connsiteY1" fmla="*/ 1 h 288058"/>
                    <a:gd name="connsiteX2" fmla="*/ 249652 w 249651"/>
                    <a:gd name="connsiteY2" fmla="*/ 288059 h 288058"/>
                    <a:gd name="connsiteX3" fmla="*/ 1 w 249651"/>
                    <a:gd name="connsiteY3" fmla="*/ 288059 h 2880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49651" h="288058">
                      <a:moveTo>
                        <a:pt x="1" y="1"/>
                      </a:moveTo>
                      <a:lnTo>
                        <a:pt x="249652" y="1"/>
                      </a:lnTo>
                      <a:lnTo>
                        <a:pt x="249652" y="288059"/>
                      </a:lnTo>
                      <a:lnTo>
                        <a:pt x="1" y="288059"/>
                      </a:lnTo>
                      <a:close/>
                    </a:path>
                  </a:pathLst>
                </a:custGeom>
                <a:noFill/>
                <a:ln w="959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pic>
              <p:nvPicPr>
                <p:cNvPr id="887" name="Picture 886">
                  <a:extLst>
                    <a:ext uri="{FF2B5EF4-FFF2-40B4-BE49-F238E27FC236}">
                      <a16:creationId xmlns:a16="http://schemas.microsoft.com/office/drawing/2014/main" id="{276B2DE5-1D40-6CEA-F418-87E6BE9FC3C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430331" y="2486413"/>
                  <a:ext cx="230447" cy="268854"/>
                </a:xfrm>
                <a:custGeom>
                  <a:avLst/>
                  <a:gdLst>
                    <a:gd name="connsiteX0" fmla="*/ 0 w 230447"/>
                    <a:gd name="connsiteY0" fmla="*/ 0 h 268854"/>
                    <a:gd name="connsiteX1" fmla="*/ 230447 w 230447"/>
                    <a:gd name="connsiteY1" fmla="*/ 0 h 268854"/>
                    <a:gd name="connsiteX2" fmla="*/ 230447 w 230447"/>
                    <a:gd name="connsiteY2" fmla="*/ 268855 h 268854"/>
                    <a:gd name="connsiteX3" fmla="*/ 0 w 230447"/>
                    <a:gd name="connsiteY3" fmla="*/ 268855 h 2688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30447" h="268854">
                      <a:moveTo>
                        <a:pt x="0" y="0"/>
                      </a:moveTo>
                      <a:lnTo>
                        <a:pt x="230447" y="0"/>
                      </a:lnTo>
                      <a:lnTo>
                        <a:pt x="230447" y="268855"/>
                      </a:lnTo>
                      <a:lnTo>
                        <a:pt x="0" y="268855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852" name="Graphic 7">
                <a:extLst>
                  <a:ext uri="{FF2B5EF4-FFF2-40B4-BE49-F238E27FC236}">
                    <a16:creationId xmlns:a16="http://schemas.microsoft.com/office/drawing/2014/main" id="{0DE526E9-FE34-6F41-15AE-AA0350208C6B}"/>
                  </a:ext>
                </a:extLst>
              </p:cNvPr>
              <p:cNvGrpSpPr/>
              <p:nvPr/>
            </p:nvGrpSpPr>
            <p:grpSpPr>
              <a:xfrm>
                <a:off x="5812400" y="2436771"/>
                <a:ext cx="248498" cy="38407"/>
                <a:chOff x="5812400" y="2436771"/>
                <a:chExt cx="248498" cy="38407"/>
              </a:xfrm>
            </p:grpSpPr>
            <p:sp>
              <p:nvSpPr>
                <p:cNvPr id="884" name="Freeform: Shape 883">
                  <a:extLst>
                    <a:ext uri="{FF2B5EF4-FFF2-40B4-BE49-F238E27FC236}">
                      <a16:creationId xmlns:a16="http://schemas.microsoft.com/office/drawing/2014/main" id="{48FFBACA-1DAB-85E5-483C-ACAC3B109F3E}"/>
                    </a:ext>
                  </a:extLst>
                </p:cNvPr>
                <p:cNvSpPr/>
                <p:nvPr/>
              </p:nvSpPr>
              <p:spPr>
                <a:xfrm>
                  <a:off x="5812400" y="2455975"/>
                  <a:ext cx="190887" cy="9601"/>
                </a:xfrm>
                <a:custGeom>
                  <a:avLst/>
                  <a:gdLst>
                    <a:gd name="connsiteX0" fmla="*/ 1 w 190887"/>
                    <a:gd name="connsiteY0" fmla="*/ 1 h 9601"/>
                    <a:gd name="connsiteX1" fmla="*/ 190888 w 190887"/>
                    <a:gd name="connsiteY1" fmla="*/ 1 h 96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90887" h="9601">
                      <a:moveTo>
                        <a:pt x="1" y="1"/>
                      </a:moveTo>
                      <a:lnTo>
                        <a:pt x="190888" y="1"/>
                      </a:lnTo>
                    </a:path>
                  </a:pathLst>
                </a:custGeom>
                <a:noFill/>
                <a:ln w="9598" cap="flat">
                  <a:solidFill>
                    <a:srgbClr val="007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85" name="Freeform: Shape 884">
                  <a:extLst>
                    <a:ext uri="{FF2B5EF4-FFF2-40B4-BE49-F238E27FC236}">
                      <a16:creationId xmlns:a16="http://schemas.microsoft.com/office/drawing/2014/main" id="{51F926F2-9DE3-7E89-6FAB-AF98545D26A7}"/>
                    </a:ext>
                  </a:extLst>
                </p:cNvPr>
                <p:cNvSpPr/>
                <p:nvPr/>
              </p:nvSpPr>
              <p:spPr>
                <a:xfrm>
                  <a:off x="6003287" y="2436771"/>
                  <a:ext cx="57611" cy="38407"/>
                </a:xfrm>
                <a:custGeom>
                  <a:avLst/>
                  <a:gdLst>
                    <a:gd name="connsiteX0" fmla="*/ 57612 w 57611"/>
                    <a:gd name="connsiteY0" fmla="*/ 19204 h 38407"/>
                    <a:gd name="connsiteX1" fmla="*/ 1 w 57611"/>
                    <a:gd name="connsiteY1" fmla="*/ 38408 h 38407"/>
                    <a:gd name="connsiteX2" fmla="*/ 1 w 57611"/>
                    <a:gd name="connsiteY2" fmla="*/ 1 h 384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7611" h="38407">
                      <a:moveTo>
                        <a:pt x="57612" y="19204"/>
                      </a:moveTo>
                      <a:lnTo>
                        <a:pt x="1" y="38408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007FFF"/>
                </a:solidFill>
                <a:ln w="9598" cap="flat">
                  <a:solidFill>
                    <a:srgbClr val="007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53" name="Graphic 7">
                <a:extLst>
                  <a:ext uri="{FF2B5EF4-FFF2-40B4-BE49-F238E27FC236}">
                    <a16:creationId xmlns:a16="http://schemas.microsoft.com/office/drawing/2014/main" id="{28C5FC22-9748-1164-7322-BBEAA537C9A2}"/>
                  </a:ext>
                </a:extLst>
              </p:cNvPr>
              <p:cNvGrpSpPr/>
              <p:nvPr/>
            </p:nvGrpSpPr>
            <p:grpSpPr>
              <a:xfrm>
                <a:off x="5649167" y="2169548"/>
                <a:ext cx="38407" cy="200488"/>
                <a:chOff x="5649167" y="2169548"/>
                <a:chExt cx="38407" cy="200488"/>
              </a:xfrm>
            </p:grpSpPr>
            <p:sp>
              <p:nvSpPr>
                <p:cNvPr id="882" name="Freeform: Shape 881">
                  <a:extLst>
                    <a:ext uri="{FF2B5EF4-FFF2-40B4-BE49-F238E27FC236}">
                      <a16:creationId xmlns:a16="http://schemas.microsoft.com/office/drawing/2014/main" id="{0933B5AA-F7AB-EF4A-694A-6D0D602D4A87}"/>
                    </a:ext>
                  </a:extLst>
                </p:cNvPr>
                <p:cNvSpPr/>
                <p:nvPr/>
              </p:nvSpPr>
              <p:spPr>
                <a:xfrm>
                  <a:off x="5668371" y="2169548"/>
                  <a:ext cx="9601" cy="142877"/>
                </a:xfrm>
                <a:custGeom>
                  <a:avLst/>
                  <a:gdLst>
                    <a:gd name="connsiteX0" fmla="*/ 1 w 9601"/>
                    <a:gd name="connsiteY0" fmla="*/ 1 h 142877"/>
                    <a:gd name="connsiteX1" fmla="*/ 1 w 9601"/>
                    <a:gd name="connsiteY1" fmla="*/ 142878 h 1428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9601" h="142877">
                      <a:moveTo>
                        <a:pt x="1" y="1"/>
                      </a:moveTo>
                      <a:lnTo>
                        <a:pt x="1" y="142878"/>
                      </a:lnTo>
                    </a:path>
                  </a:pathLst>
                </a:custGeom>
                <a:noFill/>
                <a:ln w="9598" cap="flat">
                  <a:solidFill>
                    <a:srgbClr val="FF00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83" name="Freeform: Shape 882">
                  <a:extLst>
                    <a:ext uri="{FF2B5EF4-FFF2-40B4-BE49-F238E27FC236}">
                      <a16:creationId xmlns:a16="http://schemas.microsoft.com/office/drawing/2014/main" id="{C1E922D0-B290-0D65-1553-E59B9C717F7E}"/>
                    </a:ext>
                  </a:extLst>
                </p:cNvPr>
                <p:cNvSpPr/>
                <p:nvPr/>
              </p:nvSpPr>
              <p:spPr>
                <a:xfrm>
                  <a:off x="5649167" y="2312425"/>
                  <a:ext cx="38407" cy="57611"/>
                </a:xfrm>
                <a:custGeom>
                  <a:avLst/>
                  <a:gdLst>
                    <a:gd name="connsiteX0" fmla="*/ 19204 w 38407"/>
                    <a:gd name="connsiteY0" fmla="*/ 57612 h 57611"/>
                    <a:gd name="connsiteX1" fmla="*/ 1 w 38407"/>
                    <a:gd name="connsiteY1" fmla="*/ 1 h 57611"/>
                    <a:gd name="connsiteX2" fmla="*/ 38408 w 38407"/>
                    <a:gd name="connsiteY2" fmla="*/ 1 h 576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8407" h="57611">
                      <a:moveTo>
                        <a:pt x="19204" y="57612"/>
                      </a:moveTo>
                      <a:lnTo>
                        <a:pt x="1" y="1"/>
                      </a:lnTo>
                      <a:lnTo>
                        <a:pt x="38408" y="1"/>
                      </a:lnTo>
                      <a:close/>
                    </a:path>
                  </a:pathLst>
                </a:custGeom>
                <a:solidFill>
                  <a:srgbClr val="FF00FF"/>
                </a:solidFill>
                <a:ln w="9598" cap="flat">
                  <a:solidFill>
                    <a:srgbClr val="FF00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54" name="Graphic 7">
                <a:extLst>
                  <a:ext uri="{FF2B5EF4-FFF2-40B4-BE49-F238E27FC236}">
                    <a16:creationId xmlns:a16="http://schemas.microsoft.com/office/drawing/2014/main" id="{4D9FE7D8-C42D-22CA-50F2-3EE83035D658}"/>
                  </a:ext>
                </a:extLst>
              </p:cNvPr>
              <p:cNvGrpSpPr/>
              <p:nvPr/>
            </p:nvGrpSpPr>
            <p:grpSpPr>
              <a:xfrm>
                <a:off x="5303496" y="2246364"/>
                <a:ext cx="960196" cy="672137"/>
                <a:chOff x="5303496" y="2246364"/>
                <a:chExt cx="960196" cy="672137"/>
              </a:xfrm>
              <a:noFill/>
            </p:grpSpPr>
            <p:sp>
              <p:nvSpPr>
                <p:cNvPr id="880" name="Freeform: Shape 879">
                  <a:extLst>
                    <a:ext uri="{FF2B5EF4-FFF2-40B4-BE49-F238E27FC236}">
                      <a16:creationId xmlns:a16="http://schemas.microsoft.com/office/drawing/2014/main" id="{2B38AB8C-2A5C-FE17-E608-4BB5BB4C3BE0}"/>
                    </a:ext>
                  </a:extLst>
                </p:cNvPr>
                <p:cNvSpPr/>
                <p:nvPr/>
              </p:nvSpPr>
              <p:spPr>
                <a:xfrm>
                  <a:off x="5303496" y="2246364"/>
                  <a:ext cx="960196" cy="672137"/>
                </a:xfrm>
                <a:custGeom>
                  <a:avLst/>
                  <a:gdLst>
                    <a:gd name="connsiteX0" fmla="*/ 1 w 960196"/>
                    <a:gd name="connsiteY0" fmla="*/ 1 h 672137"/>
                    <a:gd name="connsiteX1" fmla="*/ 960197 w 960196"/>
                    <a:gd name="connsiteY1" fmla="*/ 1 h 672137"/>
                    <a:gd name="connsiteX2" fmla="*/ 960197 w 960196"/>
                    <a:gd name="connsiteY2" fmla="*/ 672138 h 672137"/>
                    <a:gd name="connsiteX3" fmla="*/ 1 w 960196"/>
                    <a:gd name="connsiteY3" fmla="*/ 672138 h 6721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60196" h="672137">
                      <a:moveTo>
                        <a:pt x="1" y="1"/>
                      </a:moveTo>
                      <a:lnTo>
                        <a:pt x="960197" y="1"/>
                      </a:lnTo>
                      <a:lnTo>
                        <a:pt x="960197" y="672138"/>
                      </a:lnTo>
                      <a:lnTo>
                        <a:pt x="1" y="672138"/>
                      </a:lnTo>
                      <a:close/>
                    </a:path>
                  </a:pathLst>
                </a:custGeom>
                <a:noFill/>
                <a:ln w="959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pic>
              <p:nvPicPr>
                <p:cNvPr id="881" name="Picture 880">
                  <a:extLst>
                    <a:ext uri="{FF2B5EF4-FFF2-40B4-BE49-F238E27FC236}">
                      <a16:creationId xmlns:a16="http://schemas.microsoft.com/office/drawing/2014/main" id="{711A9F62-679A-F0D3-0DA7-2888CC9EE7B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317899" y="2313577"/>
                  <a:ext cx="940992" cy="480098"/>
                </a:xfrm>
                <a:custGeom>
                  <a:avLst/>
                  <a:gdLst>
                    <a:gd name="connsiteX0" fmla="*/ 0 w 940992"/>
                    <a:gd name="connsiteY0" fmla="*/ 0 h 480098"/>
                    <a:gd name="connsiteX1" fmla="*/ 940993 w 940992"/>
                    <a:gd name="connsiteY1" fmla="*/ 0 h 480098"/>
                    <a:gd name="connsiteX2" fmla="*/ 940993 w 940992"/>
                    <a:gd name="connsiteY2" fmla="*/ 480098 h 480098"/>
                    <a:gd name="connsiteX3" fmla="*/ 0 w 940992"/>
                    <a:gd name="connsiteY3" fmla="*/ 480098 h 4800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40992" h="480098">
                      <a:moveTo>
                        <a:pt x="0" y="0"/>
                      </a:moveTo>
                      <a:lnTo>
                        <a:pt x="940993" y="0"/>
                      </a:lnTo>
                      <a:lnTo>
                        <a:pt x="940993" y="480098"/>
                      </a:lnTo>
                      <a:lnTo>
                        <a:pt x="0" y="480098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855" name="Graphic 7">
                <a:extLst>
                  <a:ext uri="{FF2B5EF4-FFF2-40B4-BE49-F238E27FC236}">
                    <a16:creationId xmlns:a16="http://schemas.microsoft.com/office/drawing/2014/main" id="{134C3B84-FB9C-A152-2560-56CBFCAC5E4D}"/>
                  </a:ext>
                </a:extLst>
              </p:cNvPr>
              <p:cNvGrpSpPr/>
              <p:nvPr/>
            </p:nvGrpSpPr>
            <p:grpSpPr>
              <a:xfrm>
                <a:off x="4343300" y="2544025"/>
                <a:ext cx="960196" cy="672137"/>
                <a:chOff x="4343300" y="2544025"/>
                <a:chExt cx="960196" cy="672137"/>
              </a:xfrm>
              <a:noFill/>
            </p:grpSpPr>
            <p:sp>
              <p:nvSpPr>
                <p:cNvPr id="878" name="Freeform: Shape 877">
                  <a:extLst>
                    <a:ext uri="{FF2B5EF4-FFF2-40B4-BE49-F238E27FC236}">
                      <a16:creationId xmlns:a16="http://schemas.microsoft.com/office/drawing/2014/main" id="{16AC599E-80F9-87A2-854C-91358B8FAD5D}"/>
                    </a:ext>
                  </a:extLst>
                </p:cNvPr>
                <p:cNvSpPr/>
                <p:nvPr/>
              </p:nvSpPr>
              <p:spPr>
                <a:xfrm>
                  <a:off x="4343300" y="2544025"/>
                  <a:ext cx="960196" cy="672137"/>
                </a:xfrm>
                <a:custGeom>
                  <a:avLst/>
                  <a:gdLst>
                    <a:gd name="connsiteX0" fmla="*/ 1 w 960196"/>
                    <a:gd name="connsiteY0" fmla="*/ 1 h 672137"/>
                    <a:gd name="connsiteX1" fmla="*/ 960197 w 960196"/>
                    <a:gd name="connsiteY1" fmla="*/ 1 h 672137"/>
                    <a:gd name="connsiteX2" fmla="*/ 960197 w 960196"/>
                    <a:gd name="connsiteY2" fmla="*/ 672138 h 672137"/>
                    <a:gd name="connsiteX3" fmla="*/ 1 w 960196"/>
                    <a:gd name="connsiteY3" fmla="*/ 672138 h 6721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60196" h="672137">
                      <a:moveTo>
                        <a:pt x="1" y="1"/>
                      </a:moveTo>
                      <a:lnTo>
                        <a:pt x="960197" y="1"/>
                      </a:lnTo>
                      <a:lnTo>
                        <a:pt x="960197" y="672138"/>
                      </a:lnTo>
                      <a:lnTo>
                        <a:pt x="1" y="672138"/>
                      </a:lnTo>
                      <a:close/>
                    </a:path>
                  </a:pathLst>
                </a:custGeom>
                <a:noFill/>
                <a:ln w="959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pic>
              <p:nvPicPr>
                <p:cNvPr id="879" name="Picture 878">
                  <a:extLst>
                    <a:ext uri="{FF2B5EF4-FFF2-40B4-BE49-F238E27FC236}">
                      <a16:creationId xmlns:a16="http://schemas.microsoft.com/office/drawing/2014/main" id="{A738292B-C6B7-32FF-4C7B-4D38D2CC38F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357703" y="2611238"/>
                  <a:ext cx="940992" cy="480098"/>
                </a:xfrm>
                <a:custGeom>
                  <a:avLst/>
                  <a:gdLst>
                    <a:gd name="connsiteX0" fmla="*/ 0 w 940992"/>
                    <a:gd name="connsiteY0" fmla="*/ 0 h 480098"/>
                    <a:gd name="connsiteX1" fmla="*/ 940993 w 940992"/>
                    <a:gd name="connsiteY1" fmla="*/ 0 h 480098"/>
                    <a:gd name="connsiteX2" fmla="*/ 940993 w 940992"/>
                    <a:gd name="connsiteY2" fmla="*/ 480098 h 480098"/>
                    <a:gd name="connsiteX3" fmla="*/ 0 w 940992"/>
                    <a:gd name="connsiteY3" fmla="*/ 480098 h 4800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40992" h="480098">
                      <a:moveTo>
                        <a:pt x="0" y="0"/>
                      </a:moveTo>
                      <a:lnTo>
                        <a:pt x="940993" y="0"/>
                      </a:lnTo>
                      <a:lnTo>
                        <a:pt x="940993" y="480098"/>
                      </a:lnTo>
                      <a:lnTo>
                        <a:pt x="0" y="480098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856" name="Graphic 7">
                <a:extLst>
                  <a:ext uri="{FF2B5EF4-FFF2-40B4-BE49-F238E27FC236}">
                    <a16:creationId xmlns:a16="http://schemas.microsoft.com/office/drawing/2014/main" id="{EF2CBFB5-8F9D-8088-BD91-2874369A3D44}"/>
                  </a:ext>
                </a:extLst>
              </p:cNvPr>
              <p:cNvGrpSpPr/>
              <p:nvPr/>
            </p:nvGrpSpPr>
            <p:grpSpPr>
              <a:xfrm>
                <a:off x="4688971" y="1540619"/>
                <a:ext cx="134427" cy="307262"/>
                <a:chOff x="4688971" y="1540619"/>
                <a:chExt cx="134427" cy="307262"/>
              </a:xfrm>
              <a:noFill/>
            </p:grpSpPr>
            <p:sp>
              <p:nvSpPr>
                <p:cNvPr id="876" name="Freeform: Shape 875">
                  <a:extLst>
                    <a:ext uri="{FF2B5EF4-FFF2-40B4-BE49-F238E27FC236}">
                      <a16:creationId xmlns:a16="http://schemas.microsoft.com/office/drawing/2014/main" id="{651B44B4-6CE0-F451-7214-C67F35F18B13}"/>
                    </a:ext>
                  </a:extLst>
                </p:cNvPr>
                <p:cNvSpPr/>
                <p:nvPr/>
              </p:nvSpPr>
              <p:spPr>
                <a:xfrm>
                  <a:off x="4688971" y="1583828"/>
                  <a:ext cx="134427" cy="192039"/>
                </a:xfrm>
                <a:custGeom>
                  <a:avLst/>
                  <a:gdLst>
                    <a:gd name="connsiteX0" fmla="*/ 1 w 134427"/>
                    <a:gd name="connsiteY0" fmla="*/ 1 h 192039"/>
                    <a:gd name="connsiteX1" fmla="*/ 134428 w 134427"/>
                    <a:gd name="connsiteY1" fmla="*/ 1 h 192039"/>
                    <a:gd name="connsiteX2" fmla="*/ 134428 w 134427"/>
                    <a:gd name="connsiteY2" fmla="*/ 192040 h 192039"/>
                    <a:gd name="connsiteX3" fmla="*/ 1 w 134427"/>
                    <a:gd name="connsiteY3" fmla="*/ 192040 h 1920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4427" h="192039">
                      <a:moveTo>
                        <a:pt x="1" y="1"/>
                      </a:moveTo>
                      <a:lnTo>
                        <a:pt x="134428" y="1"/>
                      </a:lnTo>
                      <a:lnTo>
                        <a:pt x="134428" y="192040"/>
                      </a:lnTo>
                      <a:lnTo>
                        <a:pt x="1" y="192040"/>
                      </a:lnTo>
                      <a:close/>
                    </a:path>
                  </a:pathLst>
                </a:custGeom>
                <a:noFill/>
                <a:ln w="959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pic>
              <p:nvPicPr>
                <p:cNvPr id="877" name="Picture 876">
                  <a:extLst>
                    <a:ext uri="{FF2B5EF4-FFF2-40B4-BE49-F238E27FC236}">
                      <a16:creationId xmlns:a16="http://schemas.microsoft.com/office/drawing/2014/main" id="{4EDE5428-F4D5-6AD0-5D1F-B9EC6C0CBFC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693772" y="1540619"/>
                  <a:ext cx="115223" cy="307262"/>
                </a:xfrm>
                <a:custGeom>
                  <a:avLst/>
                  <a:gdLst>
                    <a:gd name="connsiteX0" fmla="*/ 0 w 115223"/>
                    <a:gd name="connsiteY0" fmla="*/ 0 h 307262"/>
                    <a:gd name="connsiteX1" fmla="*/ 115224 w 115223"/>
                    <a:gd name="connsiteY1" fmla="*/ 0 h 307262"/>
                    <a:gd name="connsiteX2" fmla="*/ 115224 w 115223"/>
                    <a:gd name="connsiteY2" fmla="*/ 307263 h 307262"/>
                    <a:gd name="connsiteX3" fmla="*/ 0 w 115223"/>
                    <a:gd name="connsiteY3" fmla="*/ 307263 h 3072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5223" h="307262">
                      <a:moveTo>
                        <a:pt x="0" y="0"/>
                      </a:moveTo>
                      <a:lnTo>
                        <a:pt x="115224" y="0"/>
                      </a:lnTo>
                      <a:lnTo>
                        <a:pt x="115224" y="307263"/>
                      </a:lnTo>
                      <a:lnTo>
                        <a:pt x="0" y="307263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857" name="Graphic 7">
                <a:extLst>
                  <a:ext uri="{FF2B5EF4-FFF2-40B4-BE49-F238E27FC236}">
                    <a16:creationId xmlns:a16="http://schemas.microsoft.com/office/drawing/2014/main" id="{0C915761-63C6-4BF7-F04A-96BCE7998EF4}"/>
                  </a:ext>
                </a:extLst>
              </p:cNvPr>
              <p:cNvGrpSpPr/>
              <p:nvPr/>
            </p:nvGrpSpPr>
            <p:grpSpPr>
              <a:xfrm>
                <a:off x="4487329" y="1550221"/>
                <a:ext cx="134427" cy="307262"/>
                <a:chOff x="4487329" y="1550221"/>
                <a:chExt cx="134427" cy="307262"/>
              </a:xfrm>
              <a:noFill/>
            </p:grpSpPr>
            <p:sp>
              <p:nvSpPr>
                <p:cNvPr id="874" name="Freeform: Shape 873">
                  <a:extLst>
                    <a:ext uri="{FF2B5EF4-FFF2-40B4-BE49-F238E27FC236}">
                      <a16:creationId xmlns:a16="http://schemas.microsoft.com/office/drawing/2014/main" id="{7EFDBC93-EF8A-8A9A-BCAB-E48F55BBA69D}"/>
                    </a:ext>
                  </a:extLst>
                </p:cNvPr>
                <p:cNvSpPr/>
                <p:nvPr/>
              </p:nvSpPr>
              <p:spPr>
                <a:xfrm>
                  <a:off x="4487329" y="1593430"/>
                  <a:ext cx="134427" cy="192039"/>
                </a:xfrm>
                <a:custGeom>
                  <a:avLst/>
                  <a:gdLst>
                    <a:gd name="connsiteX0" fmla="*/ 1 w 134427"/>
                    <a:gd name="connsiteY0" fmla="*/ 1 h 192039"/>
                    <a:gd name="connsiteX1" fmla="*/ 134428 w 134427"/>
                    <a:gd name="connsiteY1" fmla="*/ 1 h 192039"/>
                    <a:gd name="connsiteX2" fmla="*/ 134428 w 134427"/>
                    <a:gd name="connsiteY2" fmla="*/ 192040 h 192039"/>
                    <a:gd name="connsiteX3" fmla="*/ 1 w 134427"/>
                    <a:gd name="connsiteY3" fmla="*/ 192040 h 1920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4427" h="192039">
                      <a:moveTo>
                        <a:pt x="1" y="1"/>
                      </a:moveTo>
                      <a:lnTo>
                        <a:pt x="134428" y="1"/>
                      </a:lnTo>
                      <a:lnTo>
                        <a:pt x="134428" y="192040"/>
                      </a:lnTo>
                      <a:lnTo>
                        <a:pt x="1" y="192040"/>
                      </a:lnTo>
                      <a:close/>
                    </a:path>
                  </a:pathLst>
                </a:custGeom>
                <a:noFill/>
                <a:ln w="959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pic>
              <p:nvPicPr>
                <p:cNvPr id="875" name="Picture 874">
                  <a:extLst>
                    <a:ext uri="{FF2B5EF4-FFF2-40B4-BE49-F238E27FC236}">
                      <a16:creationId xmlns:a16="http://schemas.microsoft.com/office/drawing/2014/main" id="{D1CD3286-16F4-3FDB-E2E0-C447DD904B1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492130" y="1550221"/>
                  <a:ext cx="115223" cy="307262"/>
                </a:xfrm>
                <a:custGeom>
                  <a:avLst/>
                  <a:gdLst>
                    <a:gd name="connsiteX0" fmla="*/ 0 w 115223"/>
                    <a:gd name="connsiteY0" fmla="*/ 0 h 307262"/>
                    <a:gd name="connsiteX1" fmla="*/ 115224 w 115223"/>
                    <a:gd name="connsiteY1" fmla="*/ 0 h 307262"/>
                    <a:gd name="connsiteX2" fmla="*/ 115224 w 115223"/>
                    <a:gd name="connsiteY2" fmla="*/ 307263 h 307262"/>
                    <a:gd name="connsiteX3" fmla="*/ 0 w 115223"/>
                    <a:gd name="connsiteY3" fmla="*/ 307263 h 3072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5223" h="307262">
                      <a:moveTo>
                        <a:pt x="0" y="0"/>
                      </a:moveTo>
                      <a:lnTo>
                        <a:pt x="115224" y="0"/>
                      </a:lnTo>
                      <a:lnTo>
                        <a:pt x="115224" y="307263"/>
                      </a:lnTo>
                      <a:lnTo>
                        <a:pt x="0" y="307263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858" name="Graphic 7">
                <a:extLst>
                  <a:ext uri="{FF2B5EF4-FFF2-40B4-BE49-F238E27FC236}">
                    <a16:creationId xmlns:a16="http://schemas.microsoft.com/office/drawing/2014/main" id="{CC0CBBC4-41B7-C998-EDDC-C68DE219A7DC}"/>
                  </a:ext>
                </a:extLst>
              </p:cNvPr>
              <p:cNvGrpSpPr/>
              <p:nvPr/>
            </p:nvGrpSpPr>
            <p:grpSpPr>
              <a:xfrm>
                <a:off x="4736980" y="1891091"/>
                <a:ext cx="134427" cy="316864"/>
                <a:chOff x="4736980" y="1891091"/>
                <a:chExt cx="134427" cy="316864"/>
              </a:xfrm>
              <a:noFill/>
            </p:grpSpPr>
            <p:sp>
              <p:nvSpPr>
                <p:cNvPr id="872" name="Freeform: Shape 871">
                  <a:extLst>
                    <a:ext uri="{FF2B5EF4-FFF2-40B4-BE49-F238E27FC236}">
                      <a16:creationId xmlns:a16="http://schemas.microsoft.com/office/drawing/2014/main" id="{6E584CC4-8830-976F-988A-54888830691D}"/>
                    </a:ext>
                  </a:extLst>
                </p:cNvPr>
                <p:cNvSpPr/>
                <p:nvPr/>
              </p:nvSpPr>
              <p:spPr>
                <a:xfrm>
                  <a:off x="4736980" y="1939101"/>
                  <a:ext cx="134427" cy="192039"/>
                </a:xfrm>
                <a:custGeom>
                  <a:avLst/>
                  <a:gdLst>
                    <a:gd name="connsiteX0" fmla="*/ 1 w 134427"/>
                    <a:gd name="connsiteY0" fmla="*/ 1 h 192039"/>
                    <a:gd name="connsiteX1" fmla="*/ 134428 w 134427"/>
                    <a:gd name="connsiteY1" fmla="*/ 1 h 192039"/>
                    <a:gd name="connsiteX2" fmla="*/ 134428 w 134427"/>
                    <a:gd name="connsiteY2" fmla="*/ 192040 h 192039"/>
                    <a:gd name="connsiteX3" fmla="*/ 1 w 134427"/>
                    <a:gd name="connsiteY3" fmla="*/ 192040 h 1920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4427" h="192039">
                      <a:moveTo>
                        <a:pt x="1" y="1"/>
                      </a:moveTo>
                      <a:lnTo>
                        <a:pt x="134428" y="1"/>
                      </a:lnTo>
                      <a:lnTo>
                        <a:pt x="134428" y="192040"/>
                      </a:lnTo>
                      <a:lnTo>
                        <a:pt x="1" y="192040"/>
                      </a:lnTo>
                      <a:close/>
                    </a:path>
                  </a:pathLst>
                </a:custGeom>
                <a:noFill/>
                <a:ln w="959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pic>
              <p:nvPicPr>
                <p:cNvPr id="873" name="Picture 872">
                  <a:extLst>
                    <a:ext uri="{FF2B5EF4-FFF2-40B4-BE49-F238E27FC236}">
                      <a16:creationId xmlns:a16="http://schemas.microsoft.com/office/drawing/2014/main" id="{195F786B-B514-2BF4-19C0-4E4CFCA10C4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741781" y="1891091"/>
                  <a:ext cx="115223" cy="316864"/>
                </a:xfrm>
                <a:custGeom>
                  <a:avLst/>
                  <a:gdLst>
                    <a:gd name="connsiteX0" fmla="*/ 0 w 115223"/>
                    <a:gd name="connsiteY0" fmla="*/ 0 h 316864"/>
                    <a:gd name="connsiteX1" fmla="*/ 115224 w 115223"/>
                    <a:gd name="connsiteY1" fmla="*/ 0 h 316864"/>
                    <a:gd name="connsiteX2" fmla="*/ 115224 w 115223"/>
                    <a:gd name="connsiteY2" fmla="*/ 316865 h 316864"/>
                    <a:gd name="connsiteX3" fmla="*/ 0 w 115223"/>
                    <a:gd name="connsiteY3" fmla="*/ 316865 h 3168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5223" h="316864">
                      <a:moveTo>
                        <a:pt x="0" y="0"/>
                      </a:moveTo>
                      <a:lnTo>
                        <a:pt x="115224" y="0"/>
                      </a:lnTo>
                      <a:lnTo>
                        <a:pt x="115224" y="316865"/>
                      </a:lnTo>
                      <a:lnTo>
                        <a:pt x="0" y="316865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859" name="Graphic 7">
                <a:extLst>
                  <a:ext uri="{FF2B5EF4-FFF2-40B4-BE49-F238E27FC236}">
                    <a16:creationId xmlns:a16="http://schemas.microsoft.com/office/drawing/2014/main" id="{6812C4A6-39DC-4995-FACE-7D4FC9DB0D4A}"/>
                  </a:ext>
                </a:extLst>
              </p:cNvPr>
              <p:cNvGrpSpPr/>
              <p:nvPr/>
            </p:nvGrpSpPr>
            <p:grpSpPr>
              <a:xfrm>
                <a:off x="3940017" y="1828678"/>
                <a:ext cx="134427" cy="307262"/>
                <a:chOff x="3940017" y="1828678"/>
                <a:chExt cx="134427" cy="307262"/>
              </a:xfrm>
              <a:noFill/>
            </p:grpSpPr>
            <p:sp>
              <p:nvSpPr>
                <p:cNvPr id="870" name="Freeform: Shape 869">
                  <a:extLst>
                    <a:ext uri="{FF2B5EF4-FFF2-40B4-BE49-F238E27FC236}">
                      <a16:creationId xmlns:a16="http://schemas.microsoft.com/office/drawing/2014/main" id="{9603CD25-E46D-5BB3-E242-69CD6DA09F9E}"/>
                    </a:ext>
                  </a:extLst>
                </p:cNvPr>
                <p:cNvSpPr/>
                <p:nvPr/>
              </p:nvSpPr>
              <p:spPr>
                <a:xfrm>
                  <a:off x="3940017" y="1871887"/>
                  <a:ext cx="134427" cy="192039"/>
                </a:xfrm>
                <a:custGeom>
                  <a:avLst/>
                  <a:gdLst>
                    <a:gd name="connsiteX0" fmla="*/ 1 w 134427"/>
                    <a:gd name="connsiteY0" fmla="*/ 1 h 192039"/>
                    <a:gd name="connsiteX1" fmla="*/ 134428 w 134427"/>
                    <a:gd name="connsiteY1" fmla="*/ 1 h 192039"/>
                    <a:gd name="connsiteX2" fmla="*/ 134428 w 134427"/>
                    <a:gd name="connsiteY2" fmla="*/ 192040 h 192039"/>
                    <a:gd name="connsiteX3" fmla="*/ 1 w 134427"/>
                    <a:gd name="connsiteY3" fmla="*/ 192040 h 1920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4427" h="192039">
                      <a:moveTo>
                        <a:pt x="1" y="1"/>
                      </a:moveTo>
                      <a:lnTo>
                        <a:pt x="134428" y="1"/>
                      </a:lnTo>
                      <a:lnTo>
                        <a:pt x="134428" y="192040"/>
                      </a:lnTo>
                      <a:lnTo>
                        <a:pt x="1" y="192040"/>
                      </a:lnTo>
                      <a:close/>
                    </a:path>
                  </a:pathLst>
                </a:custGeom>
                <a:noFill/>
                <a:ln w="959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pic>
              <p:nvPicPr>
                <p:cNvPr id="871" name="Picture 870">
                  <a:extLst>
                    <a:ext uri="{FF2B5EF4-FFF2-40B4-BE49-F238E27FC236}">
                      <a16:creationId xmlns:a16="http://schemas.microsoft.com/office/drawing/2014/main" id="{44D1B410-9475-ECEB-4878-D974E877775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944818" y="1828678"/>
                  <a:ext cx="115223" cy="307262"/>
                </a:xfrm>
                <a:custGeom>
                  <a:avLst/>
                  <a:gdLst>
                    <a:gd name="connsiteX0" fmla="*/ 0 w 115223"/>
                    <a:gd name="connsiteY0" fmla="*/ 0 h 307262"/>
                    <a:gd name="connsiteX1" fmla="*/ 115224 w 115223"/>
                    <a:gd name="connsiteY1" fmla="*/ 0 h 307262"/>
                    <a:gd name="connsiteX2" fmla="*/ 115224 w 115223"/>
                    <a:gd name="connsiteY2" fmla="*/ 307263 h 307262"/>
                    <a:gd name="connsiteX3" fmla="*/ 0 w 115223"/>
                    <a:gd name="connsiteY3" fmla="*/ 307263 h 3072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5223" h="307262">
                      <a:moveTo>
                        <a:pt x="0" y="0"/>
                      </a:moveTo>
                      <a:lnTo>
                        <a:pt x="115224" y="0"/>
                      </a:lnTo>
                      <a:lnTo>
                        <a:pt x="115224" y="307263"/>
                      </a:lnTo>
                      <a:lnTo>
                        <a:pt x="0" y="307263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860" name="Graphic 7">
                <a:extLst>
                  <a:ext uri="{FF2B5EF4-FFF2-40B4-BE49-F238E27FC236}">
                    <a16:creationId xmlns:a16="http://schemas.microsoft.com/office/drawing/2014/main" id="{A5DC7131-6F43-0A06-09F1-DE0C3726B45F}"/>
                  </a:ext>
                </a:extLst>
              </p:cNvPr>
              <p:cNvGrpSpPr/>
              <p:nvPr/>
            </p:nvGrpSpPr>
            <p:grpSpPr>
              <a:xfrm>
                <a:off x="5908420" y="1468605"/>
                <a:ext cx="134427" cy="316864"/>
                <a:chOff x="5908420" y="1468605"/>
                <a:chExt cx="134427" cy="316864"/>
              </a:xfrm>
              <a:noFill/>
            </p:grpSpPr>
            <p:sp>
              <p:nvSpPr>
                <p:cNvPr id="868" name="Freeform: Shape 867">
                  <a:extLst>
                    <a:ext uri="{FF2B5EF4-FFF2-40B4-BE49-F238E27FC236}">
                      <a16:creationId xmlns:a16="http://schemas.microsoft.com/office/drawing/2014/main" id="{7039BDDC-7175-38DB-581D-7B4936B56E77}"/>
                    </a:ext>
                  </a:extLst>
                </p:cNvPr>
                <p:cNvSpPr/>
                <p:nvPr/>
              </p:nvSpPr>
              <p:spPr>
                <a:xfrm>
                  <a:off x="5908420" y="1516614"/>
                  <a:ext cx="134427" cy="192039"/>
                </a:xfrm>
                <a:custGeom>
                  <a:avLst/>
                  <a:gdLst>
                    <a:gd name="connsiteX0" fmla="*/ 1 w 134427"/>
                    <a:gd name="connsiteY0" fmla="*/ 1 h 192039"/>
                    <a:gd name="connsiteX1" fmla="*/ 134428 w 134427"/>
                    <a:gd name="connsiteY1" fmla="*/ 1 h 192039"/>
                    <a:gd name="connsiteX2" fmla="*/ 134428 w 134427"/>
                    <a:gd name="connsiteY2" fmla="*/ 192040 h 192039"/>
                    <a:gd name="connsiteX3" fmla="*/ 1 w 134427"/>
                    <a:gd name="connsiteY3" fmla="*/ 192040 h 1920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4427" h="192039">
                      <a:moveTo>
                        <a:pt x="1" y="1"/>
                      </a:moveTo>
                      <a:lnTo>
                        <a:pt x="134428" y="1"/>
                      </a:lnTo>
                      <a:lnTo>
                        <a:pt x="134428" y="192040"/>
                      </a:lnTo>
                      <a:lnTo>
                        <a:pt x="1" y="192040"/>
                      </a:lnTo>
                      <a:close/>
                    </a:path>
                  </a:pathLst>
                </a:custGeom>
                <a:noFill/>
                <a:ln w="959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pic>
              <p:nvPicPr>
                <p:cNvPr id="869" name="Picture 868">
                  <a:extLst>
                    <a:ext uri="{FF2B5EF4-FFF2-40B4-BE49-F238E27FC236}">
                      <a16:creationId xmlns:a16="http://schemas.microsoft.com/office/drawing/2014/main" id="{634A0F75-B0EF-F0FD-70B4-D58BB4BC102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913221" y="1468605"/>
                  <a:ext cx="115223" cy="316864"/>
                </a:xfrm>
                <a:custGeom>
                  <a:avLst/>
                  <a:gdLst>
                    <a:gd name="connsiteX0" fmla="*/ 0 w 115223"/>
                    <a:gd name="connsiteY0" fmla="*/ 0 h 316864"/>
                    <a:gd name="connsiteX1" fmla="*/ 115224 w 115223"/>
                    <a:gd name="connsiteY1" fmla="*/ 0 h 316864"/>
                    <a:gd name="connsiteX2" fmla="*/ 115224 w 115223"/>
                    <a:gd name="connsiteY2" fmla="*/ 316865 h 316864"/>
                    <a:gd name="connsiteX3" fmla="*/ 0 w 115223"/>
                    <a:gd name="connsiteY3" fmla="*/ 316865 h 3168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5223" h="316864">
                      <a:moveTo>
                        <a:pt x="0" y="0"/>
                      </a:moveTo>
                      <a:lnTo>
                        <a:pt x="115224" y="0"/>
                      </a:lnTo>
                      <a:lnTo>
                        <a:pt x="115224" y="316865"/>
                      </a:lnTo>
                      <a:lnTo>
                        <a:pt x="0" y="316865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861" name="Graphic 7">
                <a:extLst>
                  <a:ext uri="{FF2B5EF4-FFF2-40B4-BE49-F238E27FC236}">
                    <a16:creationId xmlns:a16="http://schemas.microsoft.com/office/drawing/2014/main" id="{04B5CB13-C76D-2D9F-47FE-3593FBD6725B}"/>
                  </a:ext>
                </a:extLst>
              </p:cNvPr>
              <p:cNvGrpSpPr/>
              <p:nvPr/>
            </p:nvGrpSpPr>
            <p:grpSpPr>
              <a:xfrm>
                <a:off x="5476332" y="1535818"/>
                <a:ext cx="134427" cy="316864"/>
                <a:chOff x="5476332" y="1535818"/>
                <a:chExt cx="134427" cy="316864"/>
              </a:xfrm>
              <a:noFill/>
            </p:grpSpPr>
            <p:sp>
              <p:nvSpPr>
                <p:cNvPr id="866" name="Freeform: Shape 865">
                  <a:extLst>
                    <a:ext uri="{FF2B5EF4-FFF2-40B4-BE49-F238E27FC236}">
                      <a16:creationId xmlns:a16="http://schemas.microsoft.com/office/drawing/2014/main" id="{93913CA6-7629-B849-F899-235B53B7CF68}"/>
                    </a:ext>
                  </a:extLst>
                </p:cNvPr>
                <p:cNvSpPr/>
                <p:nvPr/>
              </p:nvSpPr>
              <p:spPr>
                <a:xfrm>
                  <a:off x="5476332" y="1583828"/>
                  <a:ext cx="134427" cy="192039"/>
                </a:xfrm>
                <a:custGeom>
                  <a:avLst/>
                  <a:gdLst>
                    <a:gd name="connsiteX0" fmla="*/ 1 w 134427"/>
                    <a:gd name="connsiteY0" fmla="*/ 1 h 192039"/>
                    <a:gd name="connsiteX1" fmla="*/ 134428 w 134427"/>
                    <a:gd name="connsiteY1" fmla="*/ 1 h 192039"/>
                    <a:gd name="connsiteX2" fmla="*/ 134428 w 134427"/>
                    <a:gd name="connsiteY2" fmla="*/ 192040 h 192039"/>
                    <a:gd name="connsiteX3" fmla="*/ 1 w 134427"/>
                    <a:gd name="connsiteY3" fmla="*/ 192040 h 1920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4427" h="192039">
                      <a:moveTo>
                        <a:pt x="1" y="1"/>
                      </a:moveTo>
                      <a:lnTo>
                        <a:pt x="134428" y="1"/>
                      </a:lnTo>
                      <a:lnTo>
                        <a:pt x="134428" y="192040"/>
                      </a:lnTo>
                      <a:lnTo>
                        <a:pt x="1" y="192040"/>
                      </a:lnTo>
                      <a:close/>
                    </a:path>
                  </a:pathLst>
                </a:custGeom>
                <a:noFill/>
                <a:ln w="959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pic>
              <p:nvPicPr>
                <p:cNvPr id="867" name="Picture 866">
                  <a:extLst>
                    <a:ext uri="{FF2B5EF4-FFF2-40B4-BE49-F238E27FC236}">
                      <a16:creationId xmlns:a16="http://schemas.microsoft.com/office/drawing/2014/main" id="{6D233AEE-9A22-ABA8-10B0-9BD4D6201B5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481133" y="1535818"/>
                  <a:ext cx="115223" cy="316864"/>
                </a:xfrm>
                <a:custGeom>
                  <a:avLst/>
                  <a:gdLst>
                    <a:gd name="connsiteX0" fmla="*/ 0 w 115223"/>
                    <a:gd name="connsiteY0" fmla="*/ 0 h 316864"/>
                    <a:gd name="connsiteX1" fmla="*/ 115224 w 115223"/>
                    <a:gd name="connsiteY1" fmla="*/ 0 h 316864"/>
                    <a:gd name="connsiteX2" fmla="*/ 115224 w 115223"/>
                    <a:gd name="connsiteY2" fmla="*/ 316865 h 316864"/>
                    <a:gd name="connsiteX3" fmla="*/ 0 w 115223"/>
                    <a:gd name="connsiteY3" fmla="*/ 316865 h 3168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5223" h="316864">
                      <a:moveTo>
                        <a:pt x="0" y="0"/>
                      </a:moveTo>
                      <a:lnTo>
                        <a:pt x="115224" y="0"/>
                      </a:lnTo>
                      <a:lnTo>
                        <a:pt x="115224" y="316865"/>
                      </a:lnTo>
                      <a:lnTo>
                        <a:pt x="0" y="316865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862" name="Graphic 7">
                <a:extLst>
                  <a:ext uri="{FF2B5EF4-FFF2-40B4-BE49-F238E27FC236}">
                    <a16:creationId xmlns:a16="http://schemas.microsoft.com/office/drawing/2014/main" id="{B11A28F1-6080-0D47-7115-FE0FBCCAA770}"/>
                  </a:ext>
                </a:extLst>
              </p:cNvPr>
              <p:cNvGrpSpPr/>
              <p:nvPr/>
            </p:nvGrpSpPr>
            <p:grpSpPr>
              <a:xfrm>
                <a:off x="5677973" y="1526216"/>
                <a:ext cx="134427" cy="316864"/>
                <a:chOff x="5677973" y="1526216"/>
                <a:chExt cx="134427" cy="316864"/>
              </a:xfrm>
              <a:noFill/>
            </p:grpSpPr>
            <p:sp>
              <p:nvSpPr>
                <p:cNvPr id="864" name="Freeform: Shape 863">
                  <a:extLst>
                    <a:ext uri="{FF2B5EF4-FFF2-40B4-BE49-F238E27FC236}">
                      <a16:creationId xmlns:a16="http://schemas.microsoft.com/office/drawing/2014/main" id="{794BEE09-85A2-5BD5-2EB4-59FE22166AE8}"/>
                    </a:ext>
                  </a:extLst>
                </p:cNvPr>
                <p:cNvSpPr/>
                <p:nvPr/>
              </p:nvSpPr>
              <p:spPr>
                <a:xfrm>
                  <a:off x="5677973" y="1574226"/>
                  <a:ext cx="134427" cy="192039"/>
                </a:xfrm>
                <a:custGeom>
                  <a:avLst/>
                  <a:gdLst>
                    <a:gd name="connsiteX0" fmla="*/ 1 w 134427"/>
                    <a:gd name="connsiteY0" fmla="*/ 1 h 192039"/>
                    <a:gd name="connsiteX1" fmla="*/ 134428 w 134427"/>
                    <a:gd name="connsiteY1" fmla="*/ 1 h 192039"/>
                    <a:gd name="connsiteX2" fmla="*/ 134428 w 134427"/>
                    <a:gd name="connsiteY2" fmla="*/ 192040 h 192039"/>
                    <a:gd name="connsiteX3" fmla="*/ 1 w 134427"/>
                    <a:gd name="connsiteY3" fmla="*/ 192040 h 1920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4427" h="192039">
                      <a:moveTo>
                        <a:pt x="1" y="1"/>
                      </a:moveTo>
                      <a:lnTo>
                        <a:pt x="134428" y="1"/>
                      </a:lnTo>
                      <a:lnTo>
                        <a:pt x="134428" y="192040"/>
                      </a:lnTo>
                      <a:lnTo>
                        <a:pt x="1" y="192040"/>
                      </a:lnTo>
                      <a:close/>
                    </a:path>
                  </a:pathLst>
                </a:custGeom>
                <a:noFill/>
                <a:ln w="959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pic>
              <p:nvPicPr>
                <p:cNvPr id="865" name="Picture 864">
                  <a:extLst>
                    <a:ext uri="{FF2B5EF4-FFF2-40B4-BE49-F238E27FC236}">
                      <a16:creationId xmlns:a16="http://schemas.microsoft.com/office/drawing/2014/main" id="{63FF6A87-8802-172D-62C1-2498E0FB327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682774" y="1526216"/>
                  <a:ext cx="115223" cy="316864"/>
                </a:xfrm>
                <a:custGeom>
                  <a:avLst/>
                  <a:gdLst>
                    <a:gd name="connsiteX0" fmla="*/ 0 w 115223"/>
                    <a:gd name="connsiteY0" fmla="*/ 0 h 316864"/>
                    <a:gd name="connsiteX1" fmla="*/ 115224 w 115223"/>
                    <a:gd name="connsiteY1" fmla="*/ 0 h 316864"/>
                    <a:gd name="connsiteX2" fmla="*/ 115224 w 115223"/>
                    <a:gd name="connsiteY2" fmla="*/ 316865 h 316864"/>
                    <a:gd name="connsiteX3" fmla="*/ 0 w 115223"/>
                    <a:gd name="connsiteY3" fmla="*/ 316865 h 3168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5223" h="316864">
                      <a:moveTo>
                        <a:pt x="0" y="0"/>
                      </a:moveTo>
                      <a:lnTo>
                        <a:pt x="115224" y="0"/>
                      </a:lnTo>
                      <a:lnTo>
                        <a:pt x="115224" y="316865"/>
                      </a:lnTo>
                      <a:lnTo>
                        <a:pt x="0" y="316865"/>
                      </a:lnTo>
                      <a:close/>
                    </a:path>
                  </a:pathLst>
                </a:custGeom>
              </p:spPr>
            </p:pic>
          </p:grpSp>
          <p:sp>
            <p:nvSpPr>
              <p:cNvPr id="863" name="Freeform: Shape 862">
                <a:extLst>
                  <a:ext uri="{FF2B5EF4-FFF2-40B4-BE49-F238E27FC236}">
                    <a16:creationId xmlns:a16="http://schemas.microsoft.com/office/drawing/2014/main" id="{4727FC52-0AB0-179F-9D64-F92BC3F3581A}"/>
                  </a:ext>
                </a:extLst>
              </p:cNvPr>
              <p:cNvSpPr/>
              <p:nvPr/>
            </p:nvSpPr>
            <p:spPr>
              <a:xfrm>
                <a:off x="5447526" y="1516614"/>
                <a:ext cx="672137" cy="432088"/>
              </a:xfrm>
              <a:custGeom>
                <a:avLst/>
                <a:gdLst>
                  <a:gd name="connsiteX0" fmla="*/ 1 w 672137"/>
                  <a:gd name="connsiteY0" fmla="*/ 1 h 432088"/>
                  <a:gd name="connsiteX1" fmla="*/ 672138 w 672137"/>
                  <a:gd name="connsiteY1" fmla="*/ 1 h 432088"/>
                  <a:gd name="connsiteX2" fmla="*/ 672138 w 672137"/>
                  <a:gd name="connsiteY2" fmla="*/ 432089 h 432088"/>
                  <a:gd name="connsiteX3" fmla="*/ 1 w 672137"/>
                  <a:gd name="connsiteY3" fmla="*/ 432089 h 4320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72137" h="432088">
                    <a:moveTo>
                      <a:pt x="1" y="1"/>
                    </a:moveTo>
                    <a:lnTo>
                      <a:pt x="672138" y="1"/>
                    </a:lnTo>
                    <a:lnTo>
                      <a:pt x="672138" y="432089"/>
                    </a:lnTo>
                    <a:lnTo>
                      <a:pt x="1" y="432089"/>
                    </a:lnTo>
                    <a:close/>
                  </a:path>
                </a:pathLst>
              </a:custGeom>
              <a:noFill/>
              <a:ln w="9598" cap="flat">
                <a:solidFill>
                  <a:srgbClr val="000000"/>
                </a:solidFill>
                <a:custDash>
                  <a:ds d="75000" sp="150000"/>
                </a:custDash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61338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7E8F1-67BC-C7A6-91DE-F43E4A713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Composition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330BA6C-77C1-9B4D-672A-06482FF319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054" y="1638808"/>
            <a:ext cx="11853891" cy="5056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534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682073-6B4A-D332-1247-9192E32BD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r>
              <a:rPr lang="en-US" dirty="0"/>
              <a:t>Validation Process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2A41005B-2A01-95CA-0B66-F1FF3A6B5C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48976697"/>
              </p:ext>
            </p:extLst>
          </p:nvPr>
        </p:nvGraphicFramePr>
        <p:xfrm>
          <a:off x="520700" y="2578100"/>
          <a:ext cx="11156950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DB03F5B3-AC9B-6245-C26D-E5C4759CBC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9546" y="2284315"/>
            <a:ext cx="822960" cy="82296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6E4C95A-8F0E-92F4-1385-0553E368328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0507" y="2284315"/>
            <a:ext cx="822960" cy="82296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542DEF2-9E58-5222-BD6F-BD103D1998B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61467" y="2284315"/>
            <a:ext cx="822960" cy="82296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0E44579-FE86-51D8-68BF-FEF40F89927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0727" y="2288379"/>
            <a:ext cx="822960" cy="82296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2F9C9F0-8C50-9A76-CE88-27C40723209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97624" y="2284315"/>
            <a:ext cx="822960" cy="82296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8BF9556-B3A0-FB66-90AB-B52EC15DC6C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88585" y="2284315"/>
            <a:ext cx="822960" cy="8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979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85EAA-572B-839D-FD16-95647F92A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D0F31-EE5A-0228-EA0B-F68D2A681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457" y="-1426724"/>
            <a:ext cx="11231177" cy="298558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Transient description (for next slides)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455041E-EA7C-853E-A323-72925FB62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132" y="1553647"/>
            <a:ext cx="9317736" cy="498887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D5D040E-47C8-31C1-6C4B-E4721008FCAF}"/>
              </a:ext>
            </a:extLst>
          </p:cNvPr>
          <p:cNvSpPr/>
          <p:nvPr/>
        </p:nvSpPr>
        <p:spPr>
          <a:xfrm>
            <a:off x="1556425" y="1692613"/>
            <a:ext cx="3570052" cy="4737370"/>
          </a:xfrm>
          <a:prstGeom prst="rect">
            <a:avLst/>
          </a:prstGeom>
          <a:solidFill>
            <a:srgbClr val="FF0000">
              <a:alpha val="28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A58347-8100-9D4B-F116-C34E31B66769}"/>
              </a:ext>
            </a:extLst>
          </p:cNvPr>
          <p:cNvSpPr/>
          <p:nvPr/>
        </p:nvSpPr>
        <p:spPr>
          <a:xfrm>
            <a:off x="5126477" y="1692613"/>
            <a:ext cx="797668" cy="4737370"/>
          </a:xfrm>
          <a:prstGeom prst="rect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7FF843-C62D-6ADB-8224-8C5F0D91969C}"/>
              </a:ext>
            </a:extLst>
          </p:cNvPr>
          <p:cNvSpPr/>
          <p:nvPr/>
        </p:nvSpPr>
        <p:spPr>
          <a:xfrm>
            <a:off x="5924144" y="1692613"/>
            <a:ext cx="3035029" cy="4737370"/>
          </a:xfrm>
          <a:prstGeom prst="rect">
            <a:avLst/>
          </a:prstGeom>
          <a:solidFill>
            <a:schemeClr val="accent6">
              <a:lumMod val="20000"/>
              <a:lumOff val="80000"/>
              <a:alpha val="2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allout: Line 6">
            <a:extLst>
              <a:ext uri="{FF2B5EF4-FFF2-40B4-BE49-F238E27FC236}">
                <a16:creationId xmlns:a16="http://schemas.microsoft.com/office/drawing/2014/main" id="{365250DF-D284-0E91-A8B2-164C1E6FCDA3}"/>
              </a:ext>
            </a:extLst>
          </p:cNvPr>
          <p:cNvSpPr/>
          <p:nvPr/>
        </p:nvSpPr>
        <p:spPr>
          <a:xfrm>
            <a:off x="238327" y="3988341"/>
            <a:ext cx="2650787" cy="1488331"/>
          </a:xfrm>
          <a:prstGeom prst="borderCallout1">
            <a:avLst>
              <a:gd name="adj1" fmla="val -73897"/>
              <a:gd name="adj2" fmla="val 100849"/>
              <a:gd name="adj3" fmla="val 1552"/>
              <a:gd name="adj4" fmla="val 52811"/>
            </a:avLst>
          </a:prstGeom>
          <a:solidFill>
            <a:srgbClr val="FFB8B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Transient where the EMT model (dashed line) must reach the state-space’s (continuous line) initial condition</a:t>
            </a:r>
          </a:p>
        </p:txBody>
      </p:sp>
      <p:sp>
        <p:nvSpPr>
          <p:cNvPr id="9" name="Callout: Line 8">
            <a:extLst>
              <a:ext uri="{FF2B5EF4-FFF2-40B4-BE49-F238E27FC236}">
                <a16:creationId xmlns:a16="http://schemas.microsoft.com/office/drawing/2014/main" id="{FD2D9D24-DD0D-4DC3-555D-7DCE37EF892E}"/>
              </a:ext>
            </a:extLst>
          </p:cNvPr>
          <p:cNvSpPr/>
          <p:nvPr/>
        </p:nvSpPr>
        <p:spPr>
          <a:xfrm>
            <a:off x="6265592" y="4061298"/>
            <a:ext cx="2650787" cy="1488331"/>
          </a:xfrm>
          <a:prstGeom prst="borderCallout1">
            <a:avLst>
              <a:gd name="adj1" fmla="val -81740"/>
              <a:gd name="adj2" fmla="val 53876"/>
              <a:gd name="adj3" fmla="val 1552"/>
              <a:gd name="adj4" fmla="val 52811"/>
            </a:avLst>
          </a:prstGeom>
          <a:solidFill>
            <a:srgbClr val="EEFF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Steady state area where it is measured the absolute error between the EMT and SS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C8E2A74-E4AE-51E0-DE32-EADC51874E14}"/>
              </a:ext>
            </a:extLst>
          </p:cNvPr>
          <p:cNvCxnSpPr>
            <a:cxnSpLocks/>
          </p:cNvCxnSpPr>
          <p:nvPr/>
        </p:nvCxnSpPr>
        <p:spPr>
          <a:xfrm flipV="1">
            <a:off x="8916379" y="3793787"/>
            <a:ext cx="1015561" cy="26751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AD07F74C-B14B-9A69-1A58-BC0EDAC9F6DF}"/>
              </a:ext>
            </a:extLst>
          </p:cNvPr>
          <p:cNvSpPr/>
          <p:nvPr/>
        </p:nvSpPr>
        <p:spPr>
          <a:xfrm>
            <a:off x="9931940" y="3249038"/>
            <a:ext cx="703635" cy="544749"/>
          </a:xfrm>
          <a:prstGeom prst="rect">
            <a:avLst/>
          </a:prstGeom>
          <a:solidFill>
            <a:schemeClr val="accent6">
              <a:lumMod val="20000"/>
              <a:lumOff val="80000"/>
              <a:alpha val="2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198832F-9673-CCA3-82B1-7B298751749A}"/>
              </a:ext>
            </a:extLst>
          </p:cNvPr>
          <p:cNvCxnSpPr/>
          <p:nvPr/>
        </p:nvCxnSpPr>
        <p:spPr>
          <a:xfrm>
            <a:off x="5262664" y="1692613"/>
            <a:ext cx="0" cy="4737370"/>
          </a:xfrm>
          <a:prstGeom prst="line">
            <a:avLst/>
          </a:prstGeom>
          <a:ln w="38100"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llout: Line 7">
            <a:extLst>
              <a:ext uri="{FF2B5EF4-FFF2-40B4-BE49-F238E27FC236}">
                <a16:creationId xmlns:a16="http://schemas.microsoft.com/office/drawing/2014/main" id="{32F458D7-01EF-9F18-8304-786B8F6DC0EE}"/>
              </a:ext>
            </a:extLst>
          </p:cNvPr>
          <p:cNvSpPr/>
          <p:nvPr/>
        </p:nvSpPr>
        <p:spPr>
          <a:xfrm>
            <a:off x="3373537" y="4061298"/>
            <a:ext cx="2650787" cy="1488331"/>
          </a:xfrm>
          <a:prstGeom prst="borderCallout1">
            <a:avLst>
              <a:gd name="adj1" fmla="val -81740"/>
              <a:gd name="adj2" fmla="val 71124"/>
              <a:gd name="adj3" fmla="val 1552"/>
              <a:gd name="adj4" fmla="val 52811"/>
            </a:avLst>
          </a:prstGeom>
          <a:solidFill>
            <a:srgbClr val="F9E5B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Application at t=10s of the same reference step on the EMT and SS. This is the principal transient area</a:t>
            </a:r>
          </a:p>
        </p:txBody>
      </p:sp>
    </p:spTree>
    <p:extLst>
      <p:ext uri="{BB962C8B-B14F-4D97-AF65-F5344CB8AC3E}">
        <p14:creationId xmlns:p14="http://schemas.microsoft.com/office/powerpoint/2010/main" val="2319422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AD5E41-0B5F-0664-53E0-4586CC6DC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9" y="1000768"/>
            <a:ext cx="3566452" cy="298558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Results Active Power</a:t>
            </a:r>
            <a:endParaRPr lang="en-US" sz="4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Scroll: Vertical 3">
                <a:extLst>
                  <a:ext uri="{FF2B5EF4-FFF2-40B4-BE49-F238E27FC236}">
                    <a16:creationId xmlns:a16="http://schemas.microsoft.com/office/drawing/2014/main" id="{E0546414-A825-BA62-9A7D-3F5E6D8AE443}"/>
                  </a:ext>
                </a:extLst>
              </p:cNvPr>
              <p:cNvSpPr/>
              <p:nvPr/>
            </p:nvSpPr>
            <p:spPr>
              <a:xfrm>
                <a:off x="517869" y="4214946"/>
                <a:ext cx="2001811" cy="971736"/>
              </a:xfrm>
              <a:prstGeom prst="verticalScroll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91440" tIns="45720" rIns="91440" bIns="45720" rtlCol="0" anchor="t">
                <a:normAutofit fontScale="55000" lnSpcReduction="20000"/>
              </a:bodyPr>
              <a:lstStyle/>
              <a:p>
                <a:pPr>
                  <a:lnSpc>
                    <a:spcPct val="110000"/>
                  </a:lnSpc>
                  <a:spcBef>
                    <a:spcPts val="1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0" i="1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sz="2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𝑃</m:t>
                          </m:r>
                        </m:e>
                        <m:sub>
                          <m:r>
                            <a:rPr lang="en-US" sz="2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</m:sub>
                      </m:sSub>
                      <m:r>
                        <a:rPr lang="en-US" sz="2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=0.1 </m:t>
                      </m:r>
                      <m:r>
                        <a:rPr lang="en-US" sz="2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𝑝𝑢</m:t>
                      </m:r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Δ</m:t>
                      </m:r>
                      <m:r>
                        <a:rPr lang="en-US" sz="2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𝑃</m:t>
                      </m:r>
                      <m:r>
                        <a:rPr lang="en-US" sz="2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=0.01 </m:t>
                      </m:r>
                      <m:r>
                        <a:rPr lang="en-US" sz="2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𝑝𝑢</m:t>
                      </m:r>
                    </m:oMath>
                    <m:oMath xmlns:m="http://schemas.openxmlformats.org/officeDocument/2006/math">
                      <m:r>
                        <a:rPr lang="da-DK" sz="22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lang="da-DK" sz="22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𝑃𝑜𝑤𝑒𝑟</m:t>
                      </m:r>
                      <m:r>
                        <a:rPr lang="da-DK" sz="22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lang="da-DK" sz="22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𝑠𝑡𝑒𝑝</m:t>
                      </m:r>
                      <m:r>
                        <a:rPr lang="da-DK" sz="22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lang="en-US" sz="2200" i="1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4" name="Scroll: Vertical 3">
                <a:extLst>
                  <a:ext uri="{FF2B5EF4-FFF2-40B4-BE49-F238E27FC236}">
                    <a16:creationId xmlns:a16="http://schemas.microsoft.com/office/drawing/2014/main" id="{E0546414-A825-BA62-9A7D-3F5E6D8AE4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869" y="4214946"/>
                <a:ext cx="2001811" cy="971736"/>
              </a:xfrm>
              <a:prstGeom prst="verticalScroll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BD0C058D-27D4-3139-E199-E2C11099B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FED145-838C-45D4-14AA-842F1C4316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9979" y="999089"/>
            <a:ext cx="9316136" cy="5007422"/>
          </a:xfrm>
          <a:prstGeom prst="rect">
            <a:avLst/>
          </a:prstGeom>
        </p:spPr>
      </p:pic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E94E0531-D614-3CB6-996E-FF0184A33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allout: Line 2">
            <a:extLst>
              <a:ext uri="{FF2B5EF4-FFF2-40B4-BE49-F238E27FC236}">
                <a16:creationId xmlns:a16="http://schemas.microsoft.com/office/drawing/2014/main" id="{1D456B99-058F-4529-24B8-0926C9863F60}"/>
              </a:ext>
            </a:extLst>
          </p:cNvPr>
          <p:cNvSpPr/>
          <p:nvPr/>
        </p:nvSpPr>
        <p:spPr>
          <a:xfrm>
            <a:off x="3833769" y="2348917"/>
            <a:ext cx="5754848" cy="3816436"/>
          </a:xfrm>
          <a:prstGeom prst="borderCallout1">
            <a:avLst>
              <a:gd name="adj1" fmla="val -15"/>
              <a:gd name="adj2" fmla="val 49727"/>
              <a:gd name="adj3" fmla="val -15238"/>
              <a:gd name="adj4" fmla="val 4982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4ACF964-8F99-A1BF-83D7-43D90610C4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6032" y="2442314"/>
            <a:ext cx="5475947" cy="358648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EEBE8AE-389C-F86F-A7F2-449DD13228C7}"/>
                  </a:ext>
                </a:extLst>
              </p:cNvPr>
              <p:cNvSpPr/>
              <p:nvPr/>
            </p:nvSpPr>
            <p:spPr>
              <a:xfrm>
                <a:off x="10612073" y="3858936"/>
                <a:ext cx="1336087" cy="301584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da-DK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sz="14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da-DK" sz="1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e>
                        <m:sub>
                          <m:r>
                            <a:rPr lang="da-DK" sz="1400" b="0" i="1" smtClean="0">
                              <a:latin typeface="Cambria Math" panose="02040503050406030204" pitchFamily="18" charset="0"/>
                            </a:rPr>
                            <m:t>%</m:t>
                          </m:r>
                        </m:sub>
                      </m:sSub>
                      <m:r>
                        <a:rPr lang="da-DK" sz="1400" b="0" i="1" smtClean="0">
                          <a:latin typeface="Cambria Math" panose="02040503050406030204" pitchFamily="18" charset="0"/>
                        </a:rPr>
                        <m:t>=0.07% 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EEBE8AE-389C-F86F-A7F2-449DD13228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2073" y="3858936"/>
                <a:ext cx="1336087" cy="301584"/>
              </a:xfrm>
              <a:prstGeom prst="rect">
                <a:avLst/>
              </a:prstGeom>
              <a:blipFill>
                <a:blip r:embed="rId5"/>
                <a:stretch>
                  <a:fillRect b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4164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DCCA5E-5216-74CF-8CE6-017A590C6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F8DA1A-E1B7-DFF1-FC8B-2F18B1E2D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9" y="1000768"/>
            <a:ext cx="2304892" cy="2985582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4800" dirty="0"/>
              <a:t>Results RMS Voltage </a:t>
            </a:r>
            <a:r>
              <a:rPr lang="en-US" sz="4800" dirty="0" err="1"/>
              <a:t>Poc</a:t>
            </a:r>
            <a:endParaRPr lang="en-US" sz="4800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BD0C058D-27D4-3139-E199-E2C11099B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36185E7-734B-2B54-0C8C-71EA8D853A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1220" y="1070552"/>
            <a:ext cx="9317736" cy="4984989"/>
          </a:xfrm>
          <a:prstGeom prst="rect">
            <a:avLst/>
          </a:prstGeom>
        </p:spPr>
      </p:pic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E94E0531-D614-3CB6-996E-FF0184A33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B947D6CD-D68B-246E-6364-D0ADD7AE1D4D}"/>
                  </a:ext>
                </a:extLst>
              </p:cNvPr>
              <p:cNvSpPr/>
              <p:nvPr/>
            </p:nvSpPr>
            <p:spPr>
              <a:xfrm>
                <a:off x="10612073" y="3858936"/>
                <a:ext cx="1336087" cy="301584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da-DK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sz="14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da-DK" sz="1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e>
                        <m:sub>
                          <m:r>
                            <a:rPr lang="da-DK" sz="1400" b="0" i="1" smtClean="0">
                              <a:latin typeface="Cambria Math" panose="02040503050406030204" pitchFamily="18" charset="0"/>
                            </a:rPr>
                            <m:t>%</m:t>
                          </m:r>
                        </m:sub>
                      </m:sSub>
                      <m:r>
                        <a:rPr lang="da-DK" sz="1400" b="0" i="1" smtClean="0">
                          <a:latin typeface="Cambria Math" panose="02040503050406030204" pitchFamily="18" charset="0"/>
                        </a:rPr>
                        <m:t>=0.01% 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B947D6CD-D68B-246E-6364-D0ADD7AE1D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2073" y="3858936"/>
                <a:ext cx="1336087" cy="301584"/>
              </a:xfrm>
              <a:prstGeom prst="rect">
                <a:avLst/>
              </a:prstGeom>
              <a:blipFill>
                <a:blip r:embed="rId3"/>
                <a:stretch>
                  <a:fillRect b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Scroll: Vertical 3">
                <a:extLst>
                  <a:ext uri="{FF2B5EF4-FFF2-40B4-BE49-F238E27FC236}">
                    <a16:creationId xmlns:a16="http://schemas.microsoft.com/office/drawing/2014/main" id="{30E0DA88-B30F-CCA8-00C3-F628753022D0}"/>
                  </a:ext>
                </a:extLst>
              </p:cNvPr>
              <p:cNvSpPr/>
              <p:nvPr/>
            </p:nvSpPr>
            <p:spPr>
              <a:xfrm>
                <a:off x="517869" y="4214946"/>
                <a:ext cx="2001811" cy="971736"/>
              </a:xfrm>
              <a:prstGeom prst="verticalScroll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91440" tIns="45720" rIns="91440" bIns="45720" rtlCol="0" anchor="t">
                <a:normAutofit fontScale="55000" lnSpcReduction="20000"/>
              </a:bodyPr>
              <a:lstStyle/>
              <a:p>
                <a:pPr>
                  <a:lnSpc>
                    <a:spcPct val="110000"/>
                  </a:lnSpc>
                  <a:spcBef>
                    <a:spcPts val="1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0" i="1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sz="2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𝑃</m:t>
                          </m:r>
                        </m:e>
                        <m:sub>
                          <m:r>
                            <a:rPr lang="en-US" sz="2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</m:sub>
                      </m:sSub>
                      <m:r>
                        <a:rPr lang="en-US" sz="2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=0.1 </m:t>
                      </m:r>
                      <m:r>
                        <a:rPr lang="en-US" sz="2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𝑝𝑢</m:t>
                      </m:r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Δ</m:t>
                      </m:r>
                      <m:r>
                        <a:rPr lang="en-US" sz="2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𝑃</m:t>
                      </m:r>
                      <m:r>
                        <a:rPr lang="en-US" sz="2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=0.01 </m:t>
                      </m:r>
                      <m:r>
                        <a:rPr lang="en-US" sz="2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𝑝𝑢</m:t>
                      </m:r>
                    </m:oMath>
                    <m:oMath xmlns:m="http://schemas.openxmlformats.org/officeDocument/2006/math">
                      <m:r>
                        <a:rPr lang="da-DK" sz="22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lang="da-DK" sz="22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𝑃𝑜𝑤𝑒𝑟</m:t>
                      </m:r>
                      <m:r>
                        <a:rPr lang="da-DK" sz="22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lang="da-DK" sz="22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𝑠𝑡𝑒𝑝</m:t>
                      </m:r>
                      <m:r>
                        <a:rPr lang="da-DK" sz="22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lang="en-US" sz="2200" i="1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4" name="Scroll: Vertical 3">
                <a:extLst>
                  <a:ext uri="{FF2B5EF4-FFF2-40B4-BE49-F238E27FC236}">
                    <a16:creationId xmlns:a16="http://schemas.microsoft.com/office/drawing/2014/main" id="{30E0DA88-B30F-CCA8-00C3-F628753022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869" y="4214946"/>
                <a:ext cx="2001811" cy="971736"/>
              </a:xfrm>
              <a:prstGeom prst="verticalScroll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9492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CA3686-501C-F117-D2ED-BF95FF4B8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159D2B-8943-309C-08EE-7AA675D9E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866" y="1000768"/>
            <a:ext cx="3566452" cy="298558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Results Voltages </a:t>
            </a:r>
            <a:r>
              <a:rPr lang="en-US" sz="4800" dirty="0" err="1"/>
              <a:t>Poc</a:t>
            </a:r>
            <a:endParaRPr lang="en-US" sz="480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D0C058D-27D4-3139-E199-E2C11099B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A white sheet with lines and dots&#10;&#10;AI-generated content may be incorrect.">
            <a:extLst>
              <a:ext uri="{FF2B5EF4-FFF2-40B4-BE49-F238E27FC236}">
                <a16:creationId xmlns:a16="http://schemas.microsoft.com/office/drawing/2014/main" id="{DB9DE2C0-5C41-7964-CE07-453F724DEB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2761" y="1000769"/>
            <a:ext cx="9317736" cy="4984989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94E0531-D614-3CB6-996E-FF0184A33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6D1037C-4650-0E55-593B-66517E2362A9}"/>
                  </a:ext>
                </a:extLst>
              </p:cNvPr>
              <p:cNvSpPr/>
              <p:nvPr/>
            </p:nvSpPr>
            <p:spPr>
              <a:xfrm>
                <a:off x="10612073" y="3858936"/>
                <a:ext cx="1336087" cy="301584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da-DK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sz="14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da-DK" sz="1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e>
                        <m:sub>
                          <m:r>
                            <a:rPr lang="da-DK" sz="1400" b="0" i="1" smtClean="0">
                              <a:latin typeface="Cambria Math" panose="02040503050406030204" pitchFamily="18" charset="0"/>
                            </a:rPr>
                            <m:t>%</m:t>
                          </m:r>
                        </m:sub>
                      </m:sSub>
                      <m:r>
                        <a:rPr lang="da-DK" sz="1400" b="0" i="1" smtClean="0">
                          <a:latin typeface="Cambria Math" panose="02040503050406030204" pitchFamily="18" charset="0"/>
                        </a:rPr>
                        <m:t>=0.01% 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6D1037C-4650-0E55-593B-66517E2362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2073" y="3858936"/>
                <a:ext cx="1336087" cy="301584"/>
              </a:xfrm>
              <a:prstGeom prst="rect">
                <a:avLst/>
              </a:prstGeom>
              <a:blipFill>
                <a:blip r:embed="rId3"/>
                <a:stretch>
                  <a:fillRect b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Scroll: Vertical 5">
                <a:extLst>
                  <a:ext uri="{FF2B5EF4-FFF2-40B4-BE49-F238E27FC236}">
                    <a16:creationId xmlns:a16="http://schemas.microsoft.com/office/drawing/2014/main" id="{C460CDDB-F41D-B9FC-8629-472DBA48400C}"/>
                  </a:ext>
                </a:extLst>
              </p:cNvPr>
              <p:cNvSpPr/>
              <p:nvPr/>
            </p:nvSpPr>
            <p:spPr>
              <a:xfrm>
                <a:off x="517869" y="4214946"/>
                <a:ext cx="2001811" cy="971736"/>
              </a:xfrm>
              <a:prstGeom prst="verticalScroll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91440" tIns="45720" rIns="91440" bIns="45720" rtlCol="0" anchor="t">
                <a:normAutofit fontScale="55000" lnSpcReduction="20000"/>
              </a:bodyPr>
              <a:lstStyle/>
              <a:p>
                <a:pPr>
                  <a:lnSpc>
                    <a:spcPct val="110000"/>
                  </a:lnSpc>
                  <a:spcBef>
                    <a:spcPts val="1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0" i="1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sz="2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𝑃</m:t>
                          </m:r>
                        </m:e>
                        <m:sub>
                          <m:r>
                            <a:rPr lang="en-US" sz="2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</m:sub>
                      </m:sSub>
                      <m:r>
                        <a:rPr lang="en-US" sz="2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=0.1 </m:t>
                      </m:r>
                      <m:r>
                        <a:rPr lang="en-US" sz="2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𝑝𝑢</m:t>
                      </m:r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Δ</m:t>
                      </m:r>
                      <m:r>
                        <a:rPr lang="en-US" sz="2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𝑃</m:t>
                      </m:r>
                      <m:r>
                        <a:rPr lang="en-US" sz="2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=0.01 </m:t>
                      </m:r>
                      <m:r>
                        <a:rPr lang="en-US" sz="2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𝑝𝑢</m:t>
                      </m:r>
                    </m:oMath>
                    <m:oMath xmlns:m="http://schemas.openxmlformats.org/officeDocument/2006/math">
                      <m:r>
                        <a:rPr lang="da-DK" sz="22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lang="da-DK" sz="22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𝑃𝑜𝑤𝑒𝑟</m:t>
                      </m:r>
                      <m:r>
                        <a:rPr lang="da-DK" sz="22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lang="da-DK" sz="22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𝑠𝑡𝑒𝑝</m:t>
                      </m:r>
                      <m:r>
                        <a:rPr lang="da-DK" sz="22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lang="en-US" sz="2200" i="1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6" name="Scroll: Vertical 5">
                <a:extLst>
                  <a:ext uri="{FF2B5EF4-FFF2-40B4-BE49-F238E27FC236}">
                    <a16:creationId xmlns:a16="http://schemas.microsoft.com/office/drawing/2014/main" id="{C460CDDB-F41D-B9FC-8629-472DBA4840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869" y="4214946"/>
                <a:ext cx="2001811" cy="971736"/>
              </a:xfrm>
              <a:prstGeom prst="verticalScroll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8061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1E3047-7961-91B7-566B-C6A4EC147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CDA66C-E65E-C08A-BFD9-7D6D920D0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498" y="1000768"/>
            <a:ext cx="2641259" cy="298558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Results Voltages VSC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D0C058D-27D4-3139-E199-E2C11099B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6F52C8-DC44-DCD8-7854-4E518DDABB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0263" y="1000769"/>
            <a:ext cx="9317736" cy="4984989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94E0531-D614-3CB6-996E-FF0184A33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6EDBC9CD-C023-462C-19CD-586EB71AA447}"/>
                  </a:ext>
                </a:extLst>
              </p:cNvPr>
              <p:cNvSpPr/>
              <p:nvPr/>
            </p:nvSpPr>
            <p:spPr>
              <a:xfrm>
                <a:off x="10612073" y="3858936"/>
                <a:ext cx="1336087" cy="301584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da-DK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sz="14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da-DK" sz="1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e>
                        <m:sub>
                          <m:r>
                            <a:rPr lang="da-DK" sz="1400" b="0" i="1" smtClean="0">
                              <a:latin typeface="Cambria Math" panose="02040503050406030204" pitchFamily="18" charset="0"/>
                            </a:rPr>
                            <m:t>%</m:t>
                          </m:r>
                        </m:sub>
                      </m:sSub>
                      <m:r>
                        <a:rPr lang="da-DK" sz="1400" b="0" i="1" smtClean="0">
                          <a:latin typeface="Cambria Math" panose="02040503050406030204" pitchFamily="18" charset="0"/>
                        </a:rPr>
                        <m:t>=0.02% 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6EDBC9CD-C023-462C-19CD-586EB71AA4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2073" y="3858936"/>
                <a:ext cx="1336087" cy="301584"/>
              </a:xfrm>
              <a:prstGeom prst="rect">
                <a:avLst/>
              </a:prstGeom>
              <a:blipFill>
                <a:blip r:embed="rId3"/>
                <a:stretch>
                  <a:fillRect b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Scroll: Vertical 3">
                <a:extLst>
                  <a:ext uri="{FF2B5EF4-FFF2-40B4-BE49-F238E27FC236}">
                    <a16:creationId xmlns:a16="http://schemas.microsoft.com/office/drawing/2014/main" id="{6D5BAF38-8CD7-8985-BCFB-E9E26AD230B3}"/>
                  </a:ext>
                </a:extLst>
              </p:cNvPr>
              <p:cNvSpPr/>
              <p:nvPr/>
            </p:nvSpPr>
            <p:spPr>
              <a:xfrm>
                <a:off x="517869" y="4214946"/>
                <a:ext cx="2001811" cy="971736"/>
              </a:xfrm>
              <a:prstGeom prst="verticalScroll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91440" tIns="45720" rIns="91440" bIns="45720" rtlCol="0" anchor="t">
                <a:normAutofit fontScale="55000" lnSpcReduction="20000"/>
              </a:bodyPr>
              <a:lstStyle/>
              <a:p>
                <a:pPr>
                  <a:lnSpc>
                    <a:spcPct val="110000"/>
                  </a:lnSpc>
                  <a:spcBef>
                    <a:spcPts val="1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0" i="1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sz="2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𝑃</m:t>
                          </m:r>
                        </m:e>
                        <m:sub>
                          <m:r>
                            <a:rPr lang="en-US" sz="2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</m:sub>
                      </m:sSub>
                      <m:r>
                        <a:rPr lang="en-US" sz="2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=0.1 </m:t>
                      </m:r>
                      <m:r>
                        <a:rPr lang="en-US" sz="2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𝑝𝑢</m:t>
                      </m:r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Δ</m:t>
                      </m:r>
                      <m:r>
                        <a:rPr lang="en-US" sz="2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𝑃</m:t>
                      </m:r>
                      <m:r>
                        <a:rPr lang="en-US" sz="2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=0.01 </m:t>
                      </m:r>
                      <m:r>
                        <a:rPr lang="en-US" sz="2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𝑝𝑢</m:t>
                      </m:r>
                    </m:oMath>
                    <m:oMath xmlns:m="http://schemas.openxmlformats.org/officeDocument/2006/math">
                      <m:r>
                        <a:rPr lang="da-DK" sz="22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lang="da-DK" sz="22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𝑃𝑜𝑤𝑒𝑟</m:t>
                      </m:r>
                      <m:r>
                        <a:rPr lang="da-DK" sz="22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lang="da-DK" sz="22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𝑠𝑡𝑒𝑝</m:t>
                      </m:r>
                      <m:r>
                        <a:rPr lang="da-DK" sz="22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lang="en-US" sz="2200" i="1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4" name="Scroll: Vertical 3">
                <a:extLst>
                  <a:ext uri="{FF2B5EF4-FFF2-40B4-BE49-F238E27FC236}">
                    <a16:creationId xmlns:a16="http://schemas.microsoft.com/office/drawing/2014/main" id="{6D5BAF38-8CD7-8985-BCFB-E9E26AD230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869" y="4214946"/>
                <a:ext cx="2001811" cy="971736"/>
              </a:xfrm>
              <a:prstGeom prst="verticalScroll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4599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FFA1B6-3792-20C3-D765-224D5B634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C83213-A4A5-1182-78E7-587928336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48" y="1019578"/>
            <a:ext cx="3566452" cy="298558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Results Currents VSC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D0C058D-27D4-3139-E199-E2C11099B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9BE1A1-B5F7-B3D1-59D4-9420CFA6B9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8961" y="1154442"/>
            <a:ext cx="9317736" cy="4984989"/>
          </a:xfrm>
          <a:prstGeom prst="rect">
            <a:avLst/>
          </a:prstGeom>
        </p:spPr>
      </p:pic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94E0531-D614-3CB6-996E-FF0184A33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allout: Line 2">
            <a:extLst>
              <a:ext uri="{FF2B5EF4-FFF2-40B4-BE49-F238E27FC236}">
                <a16:creationId xmlns:a16="http://schemas.microsoft.com/office/drawing/2014/main" id="{38FD8C15-8A73-632D-BBC0-69C63EBEA1CB}"/>
              </a:ext>
            </a:extLst>
          </p:cNvPr>
          <p:cNvSpPr/>
          <p:nvPr/>
        </p:nvSpPr>
        <p:spPr>
          <a:xfrm>
            <a:off x="4563611" y="3582099"/>
            <a:ext cx="4555222" cy="2985582"/>
          </a:xfrm>
          <a:prstGeom prst="borderCallout1">
            <a:avLst>
              <a:gd name="adj1" fmla="val -15"/>
              <a:gd name="adj2" fmla="val 49727"/>
              <a:gd name="adj3" fmla="val -20015"/>
              <a:gd name="adj4" fmla="val 4540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5CFC8AC-8A65-9FA8-12E7-781971A1C5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2397" y="3645873"/>
            <a:ext cx="4362676" cy="285284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39B0B4A7-3D4D-7CF4-4FAF-022EB73FFD88}"/>
                  </a:ext>
                </a:extLst>
              </p:cNvPr>
              <p:cNvSpPr/>
              <p:nvPr/>
            </p:nvSpPr>
            <p:spPr>
              <a:xfrm>
                <a:off x="10612073" y="3913362"/>
                <a:ext cx="1336087" cy="301584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da-DK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sz="14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da-DK" sz="1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e>
                        <m:sub>
                          <m:r>
                            <a:rPr lang="da-DK" sz="1400" b="0" i="1" smtClean="0">
                              <a:latin typeface="Cambria Math" panose="02040503050406030204" pitchFamily="18" charset="0"/>
                            </a:rPr>
                            <m:t>%</m:t>
                          </m:r>
                        </m:sub>
                      </m:sSub>
                      <m:r>
                        <a:rPr lang="da-DK" sz="1400" b="0" i="1" smtClean="0">
                          <a:latin typeface="Cambria Math" panose="02040503050406030204" pitchFamily="18" charset="0"/>
                        </a:rPr>
                        <m:t>=0.07% 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39B0B4A7-3D4D-7CF4-4FAF-022EB73FFD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2073" y="3913362"/>
                <a:ext cx="1336087" cy="301584"/>
              </a:xfrm>
              <a:prstGeom prst="rect">
                <a:avLst/>
              </a:prstGeom>
              <a:blipFill>
                <a:blip r:embed="rId4"/>
                <a:stretch>
                  <a:fillRect b="-3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Scroll: Vertical 4">
                <a:extLst>
                  <a:ext uri="{FF2B5EF4-FFF2-40B4-BE49-F238E27FC236}">
                    <a16:creationId xmlns:a16="http://schemas.microsoft.com/office/drawing/2014/main" id="{5A8E73B3-B140-8F25-BAC4-76C82D4FA580}"/>
                  </a:ext>
                </a:extLst>
              </p:cNvPr>
              <p:cNvSpPr/>
              <p:nvPr/>
            </p:nvSpPr>
            <p:spPr>
              <a:xfrm>
                <a:off x="517869" y="4214946"/>
                <a:ext cx="2001811" cy="971736"/>
              </a:xfrm>
              <a:prstGeom prst="verticalScroll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91440" tIns="45720" rIns="91440" bIns="45720" rtlCol="0" anchor="t">
                <a:normAutofit fontScale="55000" lnSpcReduction="20000"/>
              </a:bodyPr>
              <a:lstStyle/>
              <a:p>
                <a:pPr>
                  <a:lnSpc>
                    <a:spcPct val="110000"/>
                  </a:lnSpc>
                  <a:spcBef>
                    <a:spcPts val="1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0" i="1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sz="2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𝑃</m:t>
                          </m:r>
                        </m:e>
                        <m:sub>
                          <m:r>
                            <a:rPr lang="en-US" sz="2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</m:sub>
                      </m:sSub>
                      <m:r>
                        <a:rPr lang="en-US" sz="2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=0.1 </m:t>
                      </m:r>
                      <m:r>
                        <a:rPr lang="en-US" sz="2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𝑝𝑢</m:t>
                      </m:r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Δ</m:t>
                      </m:r>
                      <m:r>
                        <a:rPr lang="en-US" sz="2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𝑃</m:t>
                      </m:r>
                      <m:r>
                        <a:rPr lang="en-US" sz="2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=0.01 </m:t>
                      </m:r>
                      <m:r>
                        <a:rPr lang="en-US" sz="2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𝑝𝑢</m:t>
                      </m:r>
                    </m:oMath>
                    <m:oMath xmlns:m="http://schemas.openxmlformats.org/officeDocument/2006/math">
                      <m:r>
                        <a:rPr lang="da-DK" sz="22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lang="da-DK" sz="22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𝑃𝑜𝑤𝑒𝑟</m:t>
                      </m:r>
                      <m:r>
                        <a:rPr lang="da-DK" sz="22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lang="da-DK" sz="22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𝑠𝑡𝑒𝑝</m:t>
                      </m:r>
                      <m:r>
                        <a:rPr lang="da-DK" sz="22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lang="en-US" sz="2200" i="1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5" name="Scroll: Vertical 4">
                <a:extLst>
                  <a:ext uri="{FF2B5EF4-FFF2-40B4-BE49-F238E27FC236}">
                    <a16:creationId xmlns:a16="http://schemas.microsoft.com/office/drawing/2014/main" id="{5A8E73B3-B140-8F25-BAC4-76C82D4FA5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869" y="4214946"/>
                <a:ext cx="2001811" cy="971736"/>
              </a:xfrm>
              <a:prstGeom prst="verticalScroll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26174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A6738C-2365-79F5-6B9B-8D1853750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E86640-DCFB-E33F-A772-B80127677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96" y="986859"/>
            <a:ext cx="3566452" cy="298558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Results Currents Grid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D0C058D-27D4-3139-E199-E2C11099B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A white sheet with lines and dots&#10;&#10;AI-generated content may be incorrect.">
            <a:extLst>
              <a:ext uri="{FF2B5EF4-FFF2-40B4-BE49-F238E27FC236}">
                <a16:creationId xmlns:a16="http://schemas.microsoft.com/office/drawing/2014/main" id="{0803A890-5B67-4550-B4D2-18B52498D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1220" y="1154442"/>
            <a:ext cx="9317736" cy="4984989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94E0531-D614-3CB6-996E-FF0184A33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allout: Line 2">
            <a:extLst>
              <a:ext uri="{FF2B5EF4-FFF2-40B4-BE49-F238E27FC236}">
                <a16:creationId xmlns:a16="http://schemas.microsoft.com/office/drawing/2014/main" id="{6C8A1613-5D13-540F-7D71-5ADB0B0957FD}"/>
              </a:ext>
            </a:extLst>
          </p:cNvPr>
          <p:cNvSpPr/>
          <p:nvPr/>
        </p:nvSpPr>
        <p:spPr>
          <a:xfrm>
            <a:off x="4639112" y="3611042"/>
            <a:ext cx="3946741" cy="2644604"/>
          </a:xfrm>
          <a:prstGeom prst="borderCallout1">
            <a:avLst>
              <a:gd name="adj1" fmla="val -15"/>
              <a:gd name="adj2" fmla="val 49727"/>
              <a:gd name="adj3" fmla="val -23745"/>
              <a:gd name="adj4" fmla="val 4787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6F18533-103D-E3FD-319F-85C4E0AA62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0315" y="3715408"/>
            <a:ext cx="3717733" cy="244994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847840D-5344-5FFD-BC83-4DBA9ADEAA34}"/>
                  </a:ext>
                </a:extLst>
              </p:cNvPr>
              <p:cNvSpPr/>
              <p:nvPr/>
            </p:nvSpPr>
            <p:spPr>
              <a:xfrm>
                <a:off x="10589029" y="3913362"/>
                <a:ext cx="1336087" cy="301584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da-DK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sz="14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da-DK" sz="1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e>
                        <m:sub>
                          <m:r>
                            <a:rPr lang="da-DK" sz="1400" b="0" i="1" smtClean="0">
                              <a:latin typeface="Cambria Math" panose="02040503050406030204" pitchFamily="18" charset="0"/>
                            </a:rPr>
                            <m:t>%</m:t>
                          </m:r>
                        </m:sub>
                      </m:sSub>
                      <m:r>
                        <a:rPr lang="da-DK" sz="1400" b="0" i="1" smtClean="0">
                          <a:latin typeface="Cambria Math" panose="02040503050406030204" pitchFamily="18" charset="0"/>
                        </a:rPr>
                        <m:t>=0.07% 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847840D-5344-5FFD-BC83-4DBA9ADEAA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9029" y="3913362"/>
                <a:ext cx="1336087" cy="301584"/>
              </a:xfrm>
              <a:prstGeom prst="rect">
                <a:avLst/>
              </a:prstGeom>
              <a:blipFill>
                <a:blip r:embed="rId4"/>
                <a:stretch>
                  <a:fillRect b="-3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Scroll: Vertical 5">
                <a:extLst>
                  <a:ext uri="{FF2B5EF4-FFF2-40B4-BE49-F238E27FC236}">
                    <a16:creationId xmlns:a16="http://schemas.microsoft.com/office/drawing/2014/main" id="{4E0D3D79-2354-6EBD-88AD-B2DDC8CF375A}"/>
                  </a:ext>
                </a:extLst>
              </p:cNvPr>
              <p:cNvSpPr/>
              <p:nvPr/>
            </p:nvSpPr>
            <p:spPr>
              <a:xfrm>
                <a:off x="517869" y="4214946"/>
                <a:ext cx="2001811" cy="971736"/>
              </a:xfrm>
              <a:prstGeom prst="verticalScroll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91440" tIns="45720" rIns="91440" bIns="45720" rtlCol="0" anchor="t">
                <a:normAutofit fontScale="55000" lnSpcReduction="20000"/>
              </a:bodyPr>
              <a:lstStyle/>
              <a:p>
                <a:pPr>
                  <a:lnSpc>
                    <a:spcPct val="110000"/>
                  </a:lnSpc>
                  <a:spcBef>
                    <a:spcPts val="1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0" i="1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sz="2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𝑃</m:t>
                          </m:r>
                        </m:e>
                        <m:sub>
                          <m:r>
                            <a:rPr lang="en-US" sz="2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</m:sub>
                      </m:sSub>
                      <m:r>
                        <a:rPr lang="en-US" sz="2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=0.1 </m:t>
                      </m:r>
                      <m:r>
                        <a:rPr lang="en-US" sz="2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𝑝𝑢</m:t>
                      </m:r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Δ</m:t>
                      </m:r>
                      <m:r>
                        <a:rPr lang="en-US" sz="2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𝑃</m:t>
                      </m:r>
                      <m:r>
                        <a:rPr lang="en-US" sz="2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=0.01 </m:t>
                      </m:r>
                      <m:r>
                        <a:rPr lang="en-US" sz="2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𝑝𝑢</m:t>
                      </m:r>
                    </m:oMath>
                    <m:oMath xmlns:m="http://schemas.openxmlformats.org/officeDocument/2006/math">
                      <m:r>
                        <a:rPr lang="da-DK" sz="22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lang="da-DK" sz="22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𝑃𝑜𝑤𝑒𝑟</m:t>
                      </m:r>
                      <m:r>
                        <a:rPr lang="da-DK" sz="22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lang="da-DK" sz="22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𝑠𝑡𝑒𝑝</m:t>
                      </m:r>
                      <m:r>
                        <a:rPr lang="da-DK" sz="22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lang="en-US" sz="2200" i="1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6" name="Scroll: Vertical 5">
                <a:extLst>
                  <a:ext uri="{FF2B5EF4-FFF2-40B4-BE49-F238E27FC236}">
                    <a16:creationId xmlns:a16="http://schemas.microsoft.com/office/drawing/2014/main" id="{4E0D3D79-2354-6EBD-88AD-B2DDC8CF37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869" y="4214946"/>
                <a:ext cx="2001811" cy="971736"/>
              </a:xfrm>
              <a:prstGeom prst="verticalScroll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3673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5E10-FBD1-A8C9-EE62-7CE7A727A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278AC-F822-FA1D-14AB-8F400F033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9" y="1000768"/>
            <a:ext cx="3566452" cy="298558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Results Active Power</a:t>
            </a:r>
            <a:endParaRPr lang="en-US" sz="4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Scroll: Vertical 3">
                <a:extLst>
                  <a:ext uri="{FF2B5EF4-FFF2-40B4-BE49-F238E27FC236}">
                    <a16:creationId xmlns:a16="http://schemas.microsoft.com/office/drawing/2014/main" id="{B357A95D-1CE2-3B86-BE3C-0CB590BC3BFC}"/>
                  </a:ext>
                </a:extLst>
              </p:cNvPr>
              <p:cNvSpPr/>
              <p:nvPr/>
            </p:nvSpPr>
            <p:spPr>
              <a:xfrm>
                <a:off x="517869" y="4214946"/>
                <a:ext cx="2001811" cy="971736"/>
              </a:xfrm>
              <a:prstGeom prst="verticalScroll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91440" tIns="45720" rIns="91440" bIns="45720" rtlCol="0" anchor="t">
                <a:normAutofit fontScale="55000" lnSpcReduction="20000"/>
              </a:bodyPr>
              <a:lstStyle/>
              <a:p>
                <a:pPr>
                  <a:lnSpc>
                    <a:spcPct val="110000"/>
                  </a:lnSpc>
                  <a:spcBef>
                    <a:spcPts val="1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0" i="1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sz="2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𝑃</m:t>
                          </m:r>
                        </m:e>
                        <m:sub>
                          <m:r>
                            <a:rPr lang="en-US" sz="2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</m:sub>
                      </m:sSub>
                      <m:r>
                        <a:rPr lang="en-US" sz="2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=0.1 </m:t>
                      </m:r>
                      <m:r>
                        <a:rPr lang="en-US" sz="2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𝑝𝑢</m:t>
                      </m:r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Δ</m:t>
                      </m:r>
                      <m:sSub>
                        <m:sSubPr>
                          <m:ctrlPr>
                            <a:rPr lang="da-DK" sz="2200" b="0" i="1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da-DK" sz="2200" b="0" i="1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𝑉</m:t>
                          </m:r>
                        </m:e>
                        <m:sub>
                          <m:r>
                            <a:rPr lang="da-DK" sz="2200" b="0" i="1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𝑟𝑒𝑓</m:t>
                          </m:r>
                        </m:sub>
                      </m:sSub>
                      <m:r>
                        <a:rPr lang="en-US" sz="2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=0.01 </m:t>
                      </m:r>
                      <m:r>
                        <a:rPr lang="en-US" sz="2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𝑝𝑢</m:t>
                      </m:r>
                    </m:oMath>
                    <m:oMath xmlns:m="http://schemas.openxmlformats.org/officeDocument/2006/math">
                      <m:r>
                        <a:rPr lang="da-DK" sz="22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lang="da-DK" sz="22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𝑉𝑜𝑙𝑡𝑎𝑔𝑒</m:t>
                      </m:r>
                      <m:r>
                        <a:rPr lang="da-DK" sz="22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lang="da-DK" sz="22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𝑠𝑡𝑒𝑝</m:t>
                      </m:r>
                      <m:r>
                        <a:rPr lang="da-DK" sz="22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lang="en-US" sz="2200" i="1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4" name="Scroll: Vertical 3">
                <a:extLst>
                  <a:ext uri="{FF2B5EF4-FFF2-40B4-BE49-F238E27FC236}">
                    <a16:creationId xmlns:a16="http://schemas.microsoft.com/office/drawing/2014/main" id="{B357A95D-1CE2-3B86-BE3C-0CB590BC3B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869" y="4214946"/>
                <a:ext cx="2001811" cy="971736"/>
              </a:xfrm>
              <a:prstGeom prst="verticalScroll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985E6779-1622-38BB-1230-E0FB8B9B28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1351" y="1065897"/>
            <a:ext cx="9317736" cy="4984018"/>
          </a:xfrm>
          <a:prstGeom prst="rect">
            <a:avLst/>
          </a:prstGeom>
        </p:spPr>
      </p:pic>
      <p:sp>
        <p:nvSpPr>
          <p:cNvPr id="3" name="Callout: Line 2">
            <a:extLst>
              <a:ext uri="{FF2B5EF4-FFF2-40B4-BE49-F238E27FC236}">
                <a16:creationId xmlns:a16="http://schemas.microsoft.com/office/drawing/2014/main" id="{76BB2BDA-E682-E649-2F7C-39D6B1E5D41B}"/>
              </a:ext>
            </a:extLst>
          </p:cNvPr>
          <p:cNvSpPr/>
          <p:nvPr/>
        </p:nvSpPr>
        <p:spPr>
          <a:xfrm>
            <a:off x="4335992" y="2709645"/>
            <a:ext cx="4749285" cy="3171038"/>
          </a:xfrm>
          <a:prstGeom prst="borderCallout1">
            <a:avLst>
              <a:gd name="adj1" fmla="val -15"/>
              <a:gd name="adj2" fmla="val 49727"/>
              <a:gd name="adj3" fmla="val -7302"/>
              <a:gd name="adj4" fmla="val 4841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7FE6C7-CA0D-0EB9-E3C9-087BC2D6CE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1476" y="2856379"/>
            <a:ext cx="4452134" cy="293572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E15ED5A-8A32-E6F6-B08D-8372D361F18A}"/>
                  </a:ext>
                </a:extLst>
              </p:cNvPr>
              <p:cNvSpPr/>
              <p:nvPr/>
            </p:nvSpPr>
            <p:spPr>
              <a:xfrm>
                <a:off x="10612073" y="3858936"/>
                <a:ext cx="1336087" cy="301584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da-DK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sz="14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da-DK" sz="1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e>
                        <m:sub>
                          <m:r>
                            <a:rPr lang="da-DK" sz="1400" b="0" i="1" smtClean="0">
                              <a:latin typeface="Cambria Math" panose="02040503050406030204" pitchFamily="18" charset="0"/>
                            </a:rPr>
                            <m:t>%</m:t>
                          </m:r>
                        </m:sub>
                      </m:sSub>
                      <m:r>
                        <a:rPr lang="da-DK" sz="1400" b="0" i="1" smtClean="0">
                          <a:latin typeface="Cambria Math" panose="02040503050406030204" pitchFamily="18" charset="0"/>
                        </a:rPr>
                        <m:t>=1.09% 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E15ED5A-8A32-E6F6-B08D-8372D361F1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2073" y="3858936"/>
                <a:ext cx="1336087" cy="301584"/>
              </a:xfrm>
              <a:prstGeom prst="rect">
                <a:avLst/>
              </a:prstGeom>
              <a:blipFill>
                <a:blip r:embed="rId5"/>
                <a:stretch>
                  <a:fillRect b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36744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FB300-7EC1-6EB9-11E2-CE57CFF45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DF232-EF4A-62FD-C0CC-0FDDCA3C1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9" y="1000768"/>
            <a:ext cx="2304892" cy="2985582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4800" dirty="0"/>
              <a:t>Results RMS Voltage </a:t>
            </a:r>
            <a:r>
              <a:rPr lang="en-US" sz="4800" dirty="0" err="1"/>
              <a:t>Poc</a:t>
            </a:r>
            <a:endParaRPr lang="en-US" sz="4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6EE84E-B7E3-C905-EDA0-8706F0B13C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0655" y="1000768"/>
            <a:ext cx="9317736" cy="5008283"/>
          </a:xfrm>
          <a:prstGeom prst="rect">
            <a:avLst/>
          </a:prstGeom>
        </p:spPr>
      </p:pic>
      <p:sp>
        <p:nvSpPr>
          <p:cNvPr id="4" name="Callout: Line 3">
            <a:extLst>
              <a:ext uri="{FF2B5EF4-FFF2-40B4-BE49-F238E27FC236}">
                <a16:creationId xmlns:a16="http://schemas.microsoft.com/office/drawing/2014/main" id="{C6CA01BE-D6FF-D9EE-8DE7-9717F09348D6}"/>
              </a:ext>
            </a:extLst>
          </p:cNvPr>
          <p:cNvSpPr/>
          <p:nvPr/>
        </p:nvSpPr>
        <p:spPr>
          <a:xfrm>
            <a:off x="6694415" y="1610686"/>
            <a:ext cx="3288484" cy="2250886"/>
          </a:xfrm>
          <a:prstGeom prst="borderCallout1">
            <a:avLst>
              <a:gd name="adj1" fmla="val 90178"/>
              <a:gd name="adj2" fmla="val -4100"/>
              <a:gd name="adj3" fmla="val 84272"/>
              <a:gd name="adj4" fmla="val 8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072A74-E949-C069-117B-589CD07CC7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5102" y="1694576"/>
            <a:ext cx="3084283" cy="201242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CCABFBE-2F48-F707-CEA3-FCBEE874669A}"/>
                  </a:ext>
                </a:extLst>
              </p:cNvPr>
              <p:cNvSpPr/>
              <p:nvPr/>
            </p:nvSpPr>
            <p:spPr>
              <a:xfrm>
                <a:off x="10530793" y="3787816"/>
                <a:ext cx="1336087" cy="301584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da-DK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sz="14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da-DK" sz="1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e>
                        <m:sub>
                          <m:r>
                            <a:rPr lang="da-DK" sz="1400" b="0" i="1" smtClean="0">
                              <a:latin typeface="Cambria Math" panose="02040503050406030204" pitchFamily="18" charset="0"/>
                            </a:rPr>
                            <m:t>%</m:t>
                          </m:r>
                        </m:sub>
                      </m:sSub>
                      <m:r>
                        <a:rPr lang="da-DK" sz="1400" b="0" i="1" smtClean="0">
                          <a:latin typeface="Cambria Math" panose="02040503050406030204" pitchFamily="18" charset="0"/>
                        </a:rPr>
                        <m:t>=0.01% 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CCABFBE-2F48-F707-CEA3-FCBEE87466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0793" y="3787816"/>
                <a:ext cx="1336087" cy="301584"/>
              </a:xfrm>
              <a:prstGeom prst="rect">
                <a:avLst/>
              </a:prstGeom>
              <a:blipFill>
                <a:blip r:embed="rId4"/>
                <a:stretch>
                  <a:fillRect b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Scroll: Vertical 7">
                <a:extLst>
                  <a:ext uri="{FF2B5EF4-FFF2-40B4-BE49-F238E27FC236}">
                    <a16:creationId xmlns:a16="http://schemas.microsoft.com/office/drawing/2014/main" id="{AB5BF797-C802-CA12-183B-BDF38E032C43}"/>
                  </a:ext>
                </a:extLst>
              </p:cNvPr>
              <p:cNvSpPr/>
              <p:nvPr/>
            </p:nvSpPr>
            <p:spPr>
              <a:xfrm>
                <a:off x="517869" y="4214946"/>
                <a:ext cx="2001811" cy="971736"/>
              </a:xfrm>
              <a:prstGeom prst="verticalScroll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91440" tIns="45720" rIns="91440" bIns="45720" rtlCol="0" anchor="t">
                <a:normAutofit fontScale="55000" lnSpcReduction="20000"/>
              </a:bodyPr>
              <a:lstStyle/>
              <a:p>
                <a:pPr>
                  <a:lnSpc>
                    <a:spcPct val="110000"/>
                  </a:lnSpc>
                  <a:spcBef>
                    <a:spcPts val="1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0" i="1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sz="2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𝑃</m:t>
                          </m:r>
                        </m:e>
                        <m:sub>
                          <m:r>
                            <a:rPr lang="en-US" sz="2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</m:sub>
                      </m:sSub>
                      <m:r>
                        <a:rPr lang="en-US" sz="2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=0.1 </m:t>
                      </m:r>
                      <m:r>
                        <a:rPr lang="en-US" sz="2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𝑝𝑢</m:t>
                      </m:r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Δ</m:t>
                      </m:r>
                      <m:sSub>
                        <m:sSubPr>
                          <m:ctrlPr>
                            <a:rPr lang="da-DK" sz="2200" b="0" i="1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da-DK" sz="2200" b="0" i="1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𝑉</m:t>
                          </m:r>
                        </m:e>
                        <m:sub>
                          <m:r>
                            <a:rPr lang="da-DK" sz="2200" b="0" i="1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𝑟𝑒𝑓</m:t>
                          </m:r>
                        </m:sub>
                      </m:sSub>
                      <m:r>
                        <a:rPr lang="en-US" sz="2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=0.01 </m:t>
                      </m:r>
                      <m:r>
                        <a:rPr lang="en-US" sz="2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𝑝𝑢</m:t>
                      </m:r>
                    </m:oMath>
                    <m:oMath xmlns:m="http://schemas.openxmlformats.org/officeDocument/2006/math">
                      <m:r>
                        <a:rPr lang="da-DK" sz="22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lang="da-DK" sz="22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𝑉𝑜𝑙𝑡𝑎𝑔𝑒</m:t>
                      </m:r>
                      <m:r>
                        <a:rPr lang="da-DK" sz="22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lang="da-DK" sz="22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𝑠𝑡𝑒𝑝</m:t>
                      </m:r>
                      <m:r>
                        <a:rPr lang="da-DK" sz="22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lang="en-US" sz="2200" i="1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8" name="Scroll: Vertical 7">
                <a:extLst>
                  <a:ext uri="{FF2B5EF4-FFF2-40B4-BE49-F238E27FC236}">
                    <a16:creationId xmlns:a16="http://schemas.microsoft.com/office/drawing/2014/main" id="{AB5BF797-C802-CA12-183B-BDF38E032C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869" y="4214946"/>
                <a:ext cx="2001811" cy="971736"/>
              </a:xfrm>
              <a:prstGeom prst="verticalScroll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75459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3CF19-B60D-0423-E0DC-2B4270E50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030E7-09E9-8579-724A-73C686DE2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866" y="1000768"/>
            <a:ext cx="3566452" cy="298558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Results Voltages </a:t>
            </a:r>
            <a:r>
              <a:rPr lang="en-US" sz="4800" dirty="0" err="1"/>
              <a:t>Poc</a:t>
            </a:r>
            <a:endParaRPr lang="en-US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Scroll: Vertical 3">
                <a:extLst>
                  <a:ext uri="{FF2B5EF4-FFF2-40B4-BE49-F238E27FC236}">
                    <a16:creationId xmlns:a16="http://schemas.microsoft.com/office/drawing/2014/main" id="{9307CF7C-2B83-0915-E286-35DF2EC70B33}"/>
                  </a:ext>
                </a:extLst>
              </p:cNvPr>
              <p:cNvSpPr/>
              <p:nvPr/>
            </p:nvSpPr>
            <p:spPr>
              <a:xfrm>
                <a:off x="517869" y="4214946"/>
                <a:ext cx="2001811" cy="971736"/>
              </a:xfrm>
              <a:prstGeom prst="verticalScroll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91440" tIns="45720" rIns="91440" bIns="45720" rtlCol="0" anchor="t">
                <a:normAutofit fontScale="77500" lnSpcReduction="20000"/>
              </a:bodyPr>
              <a:lstStyle/>
              <a:p>
                <a:pPr>
                  <a:lnSpc>
                    <a:spcPct val="110000"/>
                  </a:lnSpc>
                  <a:spcBef>
                    <a:spcPts val="1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0" i="1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sz="2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𝑃</m:t>
                          </m:r>
                        </m:e>
                        <m:sub>
                          <m:r>
                            <a:rPr lang="en-US" sz="2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</m:sub>
                      </m:sSub>
                      <m:r>
                        <a:rPr lang="en-US" sz="2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=0.1 </m:t>
                      </m:r>
                      <m:r>
                        <a:rPr lang="en-US" sz="2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𝑝𝑢</m:t>
                      </m:r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Δ</m:t>
                      </m:r>
                      <m:sSub>
                        <m:sSubPr>
                          <m:ctrlPr>
                            <a:rPr lang="da-DK" sz="2200" b="0" i="1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da-DK" sz="2200" b="0" i="1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𝑉</m:t>
                          </m:r>
                        </m:e>
                        <m:sub>
                          <m:r>
                            <a:rPr lang="da-DK" sz="2200" b="0" i="1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𝑟𝑒𝑓</m:t>
                          </m:r>
                        </m:sub>
                      </m:sSub>
                      <m:r>
                        <a:rPr lang="en-US" sz="2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=0.01 </m:t>
                      </m:r>
                      <m:r>
                        <a:rPr lang="en-US" sz="2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𝑝𝑢</m:t>
                      </m:r>
                    </m:oMath>
                  </m:oMathPara>
                </a14:m>
                <a:endParaRPr lang="en-US" sz="2200" i="1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Scroll: Vertical 3">
                <a:extLst>
                  <a:ext uri="{FF2B5EF4-FFF2-40B4-BE49-F238E27FC236}">
                    <a16:creationId xmlns:a16="http://schemas.microsoft.com/office/drawing/2014/main" id="{9307CF7C-2B83-0915-E286-35DF2EC70B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869" y="4214946"/>
                <a:ext cx="2001811" cy="971736"/>
              </a:xfrm>
              <a:prstGeom prst="verticalScroll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F2EC0771-F29A-46BD-5277-CE7F41EE9A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8398" y="1213111"/>
            <a:ext cx="9317736" cy="4988871"/>
          </a:xfrm>
          <a:prstGeom prst="rect">
            <a:avLst/>
          </a:prstGeom>
        </p:spPr>
      </p:pic>
      <p:sp>
        <p:nvSpPr>
          <p:cNvPr id="5" name="Callout: Line 4">
            <a:extLst>
              <a:ext uri="{FF2B5EF4-FFF2-40B4-BE49-F238E27FC236}">
                <a16:creationId xmlns:a16="http://schemas.microsoft.com/office/drawing/2014/main" id="{7CDE852A-45EC-5DB6-9EF6-64A3C93A3875}"/>
              </a:ext>
            </a:extLst>
          </p:cNvPr>
          <p:cNvSpPr/>
          <p:nvPr/>
        </p:nvSpPr>
        <p:spPr>
          <a:xfrm>
            <a:off x="6774409" y="1853967"/>
            <a:ext cx="3342714" cy="2197916"/>
          </a:xfrm>
          <a:prstGeom prst="borderCallout1">
            <a:avLst>
              <a:gd name="adj1" fmla="val 367"/>
              <a:gd name="adj2" fmla="val 538"/>
              <a:gd name="adj3" fmla="val -7986"/>
              <a:gd name="adj4" fmla="val -864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AAD7250-F936-B208-B7BD-6C07E455F5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7807" y="1914003"/>
            <a:ext cx="3148050" cy="2051854"/>
          </a:xfrm>
          <a:prstGeom prst="rect">
            <a:avLst/>
          </a:prstGeom>
        </p:spPr>
      </p:pic>
      <p:sp>
        <p:nvSpPr>
          <p:cNvPr id="3" name="Callout: Line 2">
            <a:extLst>
              <a:ext uri="{FF2B5EF4-FFF2-40B4-BE49-F238E27FC236}">
                <a16:creationId xmlns:a16="http://schemas.microsoft.com/office/drawing/2014/main" id="{FE5DCF60-1CD2-030C-FAAF-A5226307D6CC}"/>
              </a:ext>
            </a:extLst>
          </p:cNvPr>
          <p:cNvSpPr/>
          <p:nvPr/>
        </p:nvSpPr>
        <p:spPr>
          <a:xfrm>
            <a:off x="3053592" y="3221372"/>
            <a:ext cx="3582099" cy="2423517"/>
          </a:xfrm>
          <a:prstGeom prst="borderCallout1">
            <a:avLst>
              <a:gd name="adj1" fmla="val 110061"/>
              <a:gd name="adj2" fmla="val 95863"/>
              <a:gd name="adj3" fmla="val 100722"/>
              <a:gd name="adj4" fmla="val 8308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B845B4B-3E82-B0E8-6F59-533B6CE8E8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7212" y="3321745"/>
            <a:ext cx="3397803" cy="222247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08C04E8-6FBE-7D77-C557-E2C94B3B71FF}"/>
                  </a:ext>
                </a:extLst>
              </p:cNvPr>
              <p:cNvSpPr/>
              <p:nvPr/>
            </p:nvSpPr>
            <p:spPr>
              <a:xfrm>
                <a:off x="10530793" y="3986350"/>
                <a:ext cx="1336087" cy="301584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da-DK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sz="14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da-DK" sz="1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e>
                        <m:sub>
                          <m:r>
                            <a:rPr lang="da-DK" sz="1400" b="0" i="1" smtClean="0">
                              <a:latin typeface="Cambria Math" panose="02040503050406030204" pitchFamily="18" charset="0"/>
                            </a:rPr>
                            <m:t>%</m:t>
                          </m:r>
                        </m:sub>
                      </m:sSub>
                      <m:r>
                        <a:rPr lang="da-DK" sz="1400" b="0" i="1" smtClean="0">
                          <a:latin typeface="Cambria Math" panose="02040503050406030204" pitchFamily="18" charset="0"/>
                        </a:rPr>
                        <m:t>=0.01% 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08C04E8-6FBE-7D77-C557-E2C94B3B71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0793" y="3986350"/>
                <a:ext cx="1336087" cy="301584"/>
              </a:xfrm>
              <a:prstGeom prst="rect">
                <a:avLst/>
              </a:prstGeom>
              <a:blipFill>
                <a:blip r:embed="rId6"/>
                <a:stretch>
                  <a:fillRect b="-3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22790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15EA7-E163-A580-44AB-98C9374FB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8EA5C-A8ED-6479-CBD0-CEEA5A9BE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498" y="1000768"/>
            <a:ext cx="2641259" cy="298558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Results Voltages VSC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950243-984E-98C3-C879-A0337163B6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9647" y="1101436"/>
            <a:ext cx="9317736" cy="4984018"/>
          </a:xfrm>
          <a:prstGeom prst="rect">
            <a:avLst/>
          </a:prstGeom>
        </p:spPr>
      </p:pic>
      <p:sp>
        <p:nvSpPr>
          <p:cNvPr id="5" name="Callout: Line 4">
            <a:extLst>
              <a:ext uri="{FF2B5EF4-FFF2-40B4-BE49-F238E27FC236}">
                <a16:creationId xmlns:a16="http://schemas.microsoft.com/office/drawing/2014/main" id="{5D8AA453-6032-1169-45F6-3E3EA593079C}"/>
              </a:ext>
            </a:extLst>
          </p:cNvPr>
          <p:cNvSpPr/>
          <p:nvPr/>
        </p:nvSpPr>
        <p:spPr>
          <a:xfrm>
            <a:off x="5989739" y="1501630"/>
            <a:ext cx="3481432" cy="2315362"/>
          </a:xfrm>
          <a:prstGeom prst="borderCallout1">
            <a:avLst>
              <a:gd name="adj1" fmla="val -15"/>
              <a:gd name="adj2" fmla="val 49727"/>
              <a:gd name="adj3" fmla="val -6180"/>
              <a:gd name="adj4" fmla="val 1826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82F4C8E-0015-33FB-5337-077CE320C0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7521" y="1582603"/>
            <a:ext cx="3304832" cy="2167276"/>
          </a:xfrm>
          <a:prstGeom prst="rect">
            <a:avLst/>
          </a:prstGeom>
        </p:spPr>
      </p:pic>
      <p:sp>
        <p:nvSpPr>
          <p:cNvPr id="4" name="Callout: Line 3">
            <a:extLst>
              <a:ext uri="{FF2B5EF4-FFF2-40B4-BE49-F238E27FC236}">
                <a16:creationId xmlns:a16="http://schemas.microsoft.com/office/drawing/2014/main" id="{94C1CBBA-2202-A041-1268-1F748F5498A1}"/>
              </a:ext>
            </a:extLst>
          </p:cNvPr>
          <p:cNvSpPr/>
          <p:nvPr/>
        </p:nvSpPr>
        <p:spPr>
          <a:xfrm>
            <a:off x="2927757" y="3218456"/>
            <a:ext cx="3215751" cy="2167276"/>
          </a:xfrm>
          <a:prstGeom prst="borderCallout1">
            <a:avLst>
              <a:gd name="adj1" fmla="val 99463"/>
              <a:gd name="adj2" fmla="val 99814"/>
              <a:gd name="adj3" fmla="val 113271"/>
              <a:gd name="adj4" fmla="val 11582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F0958CD-6600-B56B-FBB6-277A812DCC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6783" y="3274275"/>
            <a:ext cx="3091711" cy="201078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4E031773-B394-CBC3-0007-40A3B369A12F}"/>
                  </a:ext>
                </a:extLst>
              </p:cNvPr>
              <p:cNvSpPr/>
              <p:nvPr/>
            </p:nvSpPr>
            <p:spPr>
              <a:xfrm>
                <a:off x="10612073" y="3858936"/>
                <a:ext cx="1336087" cy="301584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da-DK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sz="14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da-DK" sz="1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e>
                        <m:sub>
                          <m:r>
                            <a:rPr lang="da-DK" sz="1400" b="0" i="1" smtClean="0">
                              <a:latin typeface="Cambria Math" panose="02040503050406030204" pitchFamily="18" charset="0"/>
                            </a:rPr>
                            <m:t>%</m:t>
                          </m:r>
                        </m:sub>
                      </m:sSub>
                      <m:r>
                        <a:rPr lang="da-DK" sz="1400" b="0" i="1" smtClean="0">
                          <a:latin typeface="Cambria Math" panose="02040503050406030204" pitchFamily="18" charset="0"/>
                        </a:rPr>
                        <m:t>=0.01% 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4E031773-B394-CBC3-0007-40A3B369A1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2073" y="3858936"/>
                <a:ext cx="1336087" cy="301584"/>
              </a:xfrm>
              <a:prstGeom prst="rect">
                <a:avLst/>
              </a:prstGeom>
              <a:blipFill>
                <a:blip r:embed="rId5"/>
                <a:stretch>
                  <a:fillRect b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Scroll: Vertical 7">
                <a:extLst>
                  <a:ext uri="{FF2B5EF4-FFF2-40B4-BE49-F238E27FC236}">
                    <a16:creationId xmlns:a16="http://schemas.microsoft.com/office/drawing/2014/main" id="{94E3D20F-7182-7DB9-AA0B-547378F6E7D4}"/>
                  </a:ext>
                </a:extLst>
              </p:cNvPr>
              <p:cNvSpPr/>
              <p:nvPr/>
            </p:nvSpPr>
            <p:spPr>
              <a:xfrm>
                <a:off x="517869" y="4214946"/>
                <a:ext cx="2001811" cy="971736"/>
              </a:xfrm>
              <a:prstGeom prst="verticalScroll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91440" tIns="45720" rIns="91440" bIns="45720" rtlCol="0" anchor="t">
                <a:normAutofit fontScale="55000" lnSpcReduction="20000"/>
              </a:bodyPr>
              <a:lstStyle/>
              <a:p>
                <a:pPr>
                  <a:lnSpc>
                    <a:spcPct val="110000"/>
                  </a:lnSpc>
                  <a:spcBef>
                    <a:spcPts val="1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0" i="1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sz="2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𝑃</m:t>
                          </m:r>
                        </m:e>
                        <m:sub>
                          <m:r>
                            <a:rPr lang="en-US" sz="2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</m:sub>
                      </m:sSub>
                      <m:r>
                        <a:rPr lang="en-US" sz="2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=0.1 </m:t>
                      </m:r>
                      <m:r>
                        <a:rPr lang="en-US" sz="2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𝑝𝑢</m:t>
                      </m:r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Δ</m:t>
                      </m:r>
                      <m:sSub>
                        <m:sSubPr>
                          <m:ctrlPr>
                            <a:rPr lang="da-DK" sz="2200" b="0" i="1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da-DK" sz="2200" b="0" i="1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𝑉</m:t>
                          </m:r>
                        </m:e>
                        <m:sub>
                          <m:r>
                            <a:rPr lang="da-DK" sz="2200" b="0" i="1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𝑟𝑒𝑓</m:t>
                          </m:r>
                        </m:sub>
                      </m:sSub>
                      <m:r>
                        <a:rPr lang="en-US" sz="2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=0.01 </m:t>
                      </m:r>
                      <m:r>
                        <a:rPr lang="en-US" sz="2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𝑝𝑢</m:t>
                      </m:r>
                    </m:oMath>
                    <m:oMath xmlns:m="http://schemas.openxmlformats.org/officeDocument/2006/math">
                      <m:r>
                        <a:rPr lang="da-DK" sz="22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lang="da-DK" sz="22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𝑉𝑜𝑙𝑡𝑎𝑔𝑒</m:t>
                      </m:r>
                      <m:r>
                        <a:rPr lang="da-DK" sz="22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lang="da-DK" sz="22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𝑠𝑡𝑒𝑝</m:t>
                      </m:r>
                      <m:r>
                        <a:rPr lang="da-DK" sz="22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lang="en-US" sz="2200" i="1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8" name="Scroll: Vertical 7">
                <a:extLst>
                  <a:ext uri="{FF2B5EF4-FFF2-40B4-BE49-F238E27FC236}">
                    <a16:creationId xmlns:a16="http://schemas.microsoft.com/office/drawing/2014/main" id="{94E3D20F-7182-7DB9-AA0B-547378F6E7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869" y="4214946"/>
                <a:ext cx="2001811" cy="971736"/>
              </a:xfrm>
              <a:prstGeom prst="verticalScroll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62288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B3569-FC4B-C74C-6254-261DC2439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20206-B484-9E68-31D8-011E8731D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48" y="1019578"/>
            <a:ext cx="3566452" cy="298558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Results Currents VSC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2B7276-16A5-76BE-F388-F526DFFAFD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2832" y="1179979"/>
            <a:ext cx="9317736" cy="4993724"/>
          </a:xfrm>
          <a:prstGeom prst="rect">
            <a:avLst/>
          </a:prstGeom>
        </p:spPr>
      </p:pic>
      <p:sp>
        <p:nvSpPr>
          <p:cNvPr id="4" name="Callout: Line 3">
            <a:extLst>
              <a:ext uri="{FF2B5EF4-FFF2-40B4-BE49-F238E27FC236}">
                <a16:creationId xmlns:a16="http://schemas.microsoft.com/office/drawing/2014/main" id="{7C47A182-CE73-B322-3996-13B848AC7049}"/>
              </a:ext>
            </a:extLst>
          </p:cNvPr>
          <p:cNvSpPr/>
          <p:nvPr/>
        </p:nvSpPr>
        <p:spPr>
          <a:xfrm>
            <a:off x="2961314" y="684298"/>
            <a:ext cx="3506598" cy="2386074"/>
          </a:xfrm>
          <a:prstGeom prst="borderCallout1">
            <a:avLst>
              <a:gd name="adj1" fmla="val 67840"/>
              <a:gd name="adj2" fmla="val 102598"/>
              <a:gd name="adj3" fmla="val 48047"/>
              <a:gd name="adj4" fmla="val 9982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6DAA6CD-8AA7-E388-DB32-69279A9014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3359" y="809792"/>
            <a:ext cx="3273735" cy="2140680"/>
          </a:xfrm>
          <a:prstGeom prst="rect">
            <a:avLst/>
          </a:prstGeom>
        </p:spPr>
      </p:pic>
      <p:sp>
        <p:nvSpPr>
          <p:cNvPr id="6" name="Callout: Line 5">
            <a:extLst>
              <a:ext uri="{FF2B5EF4-FFF2-40B4-BE49-F238E27FC236}">
                <a16:creationId xmlns:a16="http://schemas.microsoft.com/office/drawing/2014/main" id="{C89547B6-DBD1-8795-B48B-6ED073739D63}"/>
              </a:ext>
            </a:extLst>
          </p:cNvPr>
          <p:cNvSpPr/>
          <p:nvPr/>
        </p:nvSpPr>
        <p:spPr>
          <a:xfrm>
            <a:off x="6853805" y="4118994"/>
            <a:ext cx="3825379" cy="2550390"/>
          </a:xfrm>
          <a:prstGeom prst="borderCallout1">
            <a:avLst>
              <a:gd name="adj1" fmla="val 32878"/>
              <a:gd name="adj2" fmla="val 166"/>
              <a:gd name="adj3" fmla="val 18971"/>
              <a:gd name="adj4" fmla="val -806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9813EFA-8723-50AE-47AE-884FA6EBDF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7879" y="4197096"/>
            <a:ext cx="3598265" cy="234679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BB1BCB4-42F3-08E5-978D-2659A31933E5}"/>
                  </a:ext>
                </a:extLst>
              </p:cNvPr>
              <p:cNvSpPr/>
              <p:nvPr/>
            </p:nvSpPr>
            <p:spPr>
              <a:xfrm>
                <a:off x="10793258" y="4046304"/>
                <a:ext cx="1336087" cy="301584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da-DK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sz="14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da-DK" sz="1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e>
                        <m:sub>
                          <m:r>
                            <a:rPr lang="da-DK" sz="1400" b="0" i="1" smtClean="0">
                              <a:latin typeface="Cambria Math" panose="02040503050406030204" pitchFamily="18" charset="0"/>
                            </a:rPr>
                            <m:t>%</m:t>
                          </m:r>
                        </m:sub>
                      </m:sSub>
                      <m:r>
                        <a:rPr lang="da-DK" sz="1400" b="0" i="1" smtClean="0">
                          <a:latin typeface="Cambria Math" panose="02040503050406030204" pitchFamily="18" charset="0"/>
                        </a:rPr>
                        <m:t>=1.09% 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BB1BCB4-42F3-08E5-978D-2659A31933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3258" y="4046304"/>
                <a:ext cx="1336087" cy="301584"/>
              </a:xfrm>
              <a:prstGeom prst="rect">
                <a:avLst/>
              </a:prstGeom>
              <a:blipFill>
                <a:blip r:embed="rId5"/>
                <a:stretch>
                  <a:fillRect b="-3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Scroll: Vertical 7">
                <a:extLst>
                  <a:ext uri="{FF2B5EF4-FFF2-40B4-BE49-F238E27FC236}">
                    <a16:creationId xmlns:a16="http://schemas.microsoft.com/office/drawing/2014/main" id="{A7C8086D-CEC5-21F4-DB1B-D3FB5345C49F}"/>
                  </a:ext>
                </a:extLst>
              </p:cNvPr>
              <p:cNvSpPr/>
              <p:nvPr/>
            </p:nvSpPr>
            <p:spPr>
              <a:xfrm>
                <a:off x="517869" y="4214946"/>
                <a:ext cx="2001811" cy="971736"/>
              </a:xfrm>
              <a:prstGeom prst="verticalScroll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91440" tIns="45720" rIns="91440" bIns="45720" rtlCol="0" anchor="t">
                <a:normAutofit fontScale="55000" lnSpcReduction="20000"/>
              </a:bodyPr>
              <a:lstStyle/>
              <a:p>
                <a:pPr>
                  <a:lnSpc>
                    <a:spcPct val="110000"/>
                  </a:lnSpc>
                  <a:spcBef>
                    <a:spcPts val="1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0" i="1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sz="2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𝑃</m:t>
                          </m:r>
                        </m:e>
                        <m:sub>
                          <m:r>
                            <a:rPr lang="en-US" sz="2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</m:sub>
                      </m:sSub>
                      <m:r>
                        <a:rPr lang="en-US" sz="2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=0.1 </m:t>
                      </m:r>
                      <m:r>
                        <a:rPr lang="en-US" sz="2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𝑝𝑢</m:t>
                      </m:r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Δ</m:t>
                      </m:r>
                      <m:sSub>
                        <m:sSubPr>
                          <m:ctrlPr>
                            <a:rPr lang="da-DK" sz="2200" b="0" i="1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da-DK" sz="2200" b="0" i="1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𝑉</m:t>
                          </m:r>
                        </m:e>
                        <m:sub>
                          <m:r>
                            <a:rPr lang="da-DK" sz="2200" b="0" i="1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𝑟𝑒𝑓</m:t>
                          </m:r>
                        </m:sub>
                      </m:sSub>
                      <m:r>
                        <a:rPr lang="en-US" sz="2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=0.01 </m:t>
                      </m:r>
                      <m:r>
                        <a:rPr lang="en-US" sz="2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𝑝𝑢</m:t>
                      </m:r>
                    </m:oMath>
                    <m:oMath xmlns:m="http://schemas.openxmlformats.org/officeDocument/2006/math">
                      <m:r>
                        <a:rPr lang="da-DK" sz="22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lang="da-DK" sz="22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𝑉𝑜𝑙𝑡𝑎𝑔𝑒</m:t>
                      </m:r>
                      <m:r>
                        <a:rPr lang="da-DK" sz="22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lang="da-DK" sz="22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𝑠𝑡𝑒𝑝</m:t>
                      </m:r>
                      <m:r>
                        <a:rPr lang="da-DK" sz="22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lang="en-US" sz="2200" i="1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8" name="Scroll: Vertical 7">
                <a:extLst>
                  <a:ext uri="{FF2B5EF4-FFF2-40B4-BE49-F238E27FC236}">
                    <a16:creationId xmlns:a16="http://schemas.microsoft.com/office/drawing/2014/main" id="{A7C8086D-CEC5-21F4-DB1B-D3FB5345C4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869" y="4214946"/>
                <a:ext cx="2001811" cy="971736"/>
              </a:xfrm>
              <a:prstGeom prst="verticalScroll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62092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80606-F1F1-268A-F9D4-EE1589A4C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D066D-82F4-385B-0196-4B9FD4563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96" y="986859"/>
            <a:ext cx="3566452" cy="298558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Results Currents Grid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BA0E26-87BD-35C0-F6F2-EDA927D24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4767" y="1098738"/>
            <a:ext cx="9317736" cy="4979165"/>
          </a:xfrm>
          <a:prstGeom prst="rect">
            <a:avLst/>
          </a:prstGeom>
        </p:spPr>
      </p:pic>
      <p:sp>
        <p:nvSpPr>
          <p:cNvPr id="5" name="Callout: Line 4">
            <a:extLst>
              <a:ext uri="{FF2B5EF4-FFF2-40B4-BE49-F238E27FC236}">
                <a16:creationId xmlns:a16="http://schemas.microsoft.com/office/drawing/2014/main" id="{C491C77D-C8ED-B5CB-7B42-0CED63C8B623}"/>
              </a:ext>
            </a:extLst>
          </p:cNvPr>
          <p:cNvSpPr/>
          <p:nvPr/>
        </p:nvSpPr>
        <p:spPr>
          <a:xfrm>
            <a:off x="2778749" y="888165"/>
            <a:ext cx="3674378" cy="2437438"/>
          </a:xfrm>
          <a:prstGeom prst="borderCallout1">
            <a:avLst>
              <a:gd name="adj1" fmla="val 50578"/>
              <a:gd name="adj2" fmla="val 100183"/>
              <a:gd name="adj3" fmla="val 59792"/>
              <a:gd name="adj4" fmla="val 10416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4598840-67CC-B76F-B574-D7C8FFDE1B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789" y="986859"/>
            <a:ext cx="3499405" cy="2275728"/>
          </a:xfrm>
          <a:prstGeom prst="rect">
            <a:avLst/>
          </a:prstGeom>
        </p:spPr>
      </p:pic>
      <p:sp>
        <p:nvSpPr>
          <p:cNvPr id="4" name="Callout: Line 3">
            <a:extLst>
              <a:ext uri="{FF2B5EF4-FFF2-40B4-BE49-F238E27FC236}">
                <a16:creationId xmlns:a16="http://schemas.microsoft.com/office/drawing/2014/main" id="{AED8DD5D-C4E5-B068-66F4-E173C194F474}"/>
              </a:ext>
            </a:extLst>
          </p:cNvPr>
          <p:cNvSpPr/>
          <p:nvPr/>
        </p:nvSpPr>
        <p:spPr>
          <a:xfrm>
            <a:off x="7315200" y="4320330"/>
            <a:ext cx="3674378" cy="2474753"/>
          </a:xfrm>
          <a:prstGeom prst="borderCallout1">
            <a:avLst>
              <a:gd name="adj1" fmla="val 35578"/>
              <a:gd name="adj2" fmla="val 184"/>
              <a:gd name="adj3" fmla="val 34253"/>
              <a:gd name="adj4" fmla="val -1980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4FC5AE1-A945-96AD-F505-8CA1E0405A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6805" y="4394047"/>
            <a:ext cx="3492863" cy="230088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93251DE-C69D-51F7-28E6-3D94DD32BCCF}"/>
                  </a:ext>
                </a:extLst>
              </p:cNvPr>
              <p:cNvSpPr/>
              <p:nvPr/>
            </p:nvSpPr>
            <p:spPr>
              <a:xfrm>
                <a:off x="10612073" y="3858936"/>
                <a:ext cx="1336087" cy="301584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da-DK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sz="14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da-DK" sz="1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e>
                        <m:sub>
                          <m:r>
                            <a:rPr lang="da-DK" sz="1400" b="0" i="1" smtClean="0">
                              <a:latin typeface="Cambria Math" panose="02040503050406030204" pitchFamily="18" charset="0"/>
                            </a:rPr>
                            <m:t>%</m:t>
                          </m:r>
                        </m:sub>
                      </m:sSub>
                      <m:r>
                        <a:rPr lang="da-DK" sz="1400" b="0" i="1" smtClean="0">
                          <a:latin typeface="Cambria Math" panose="02040503050406030204" pitchFamily="18" charset="0"/>
                        </a:rPr>
                        <m:t>=1.09% 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93251DE-C69D-51F7-28E6-3D94DD32BC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2073" y="3858936"/>
                <a:ext cx="1336087" cy="301584"/>
              </a:xfrm>
              <a:prstGeom prst="rect">
                <a:avLst/>
              </a:prstGeom>
              <a:blipFill>
                <a:blip r:embed="rId5"/>
                <a:stretch>
                  <a:fillRect b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Scroll: Vertical 8">
                <a:extLst>
                  <a:ext uri="{FF2B5EF4-FFF2-40B4-BE49-F238E27FC236}">
                    <a16:creationId xmlns:a16="http://schemas.microsoft.com/office/drawing/2014/main" id="{D3AB9BD1-4462-5A09-C42B-003006663F2A}"/>
                  </a:ext>
                </a:extLst>
              </p:cNvPr>
              <p:cNvSpPr/>
              <p:nvPr/>
            </p:nvSpPr>
            <p:spPr>
              <a:xfrm>
                <a:off x="517869" y="4214946"/>
                <a:ext cx="2001811" cy="971736"/>
              </a:xfrm>
              <a:prstGeom prst="verticalScroll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91440" tIns="45720" rIns="91440" bIns="45720" rtlCol="0" anchor="t">
                <a:normAutofit fontScale="55000" lnSpcReduction="20000"/>
              </a:bodyPr>
              <a:lstStyle/>
              <a:p>
                <a:pPr>
                  <a:lnSpc>
                    <a:spcPct val="110000"/>
                  </a:lnSpc>
                  <a:spcBef>
                    <a:spcPts val="1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0" i="1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sz="2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𝑃</m:t>
                          </m:r>
                        </m:e>
                        <m:sub>
                          <m:r>
                            <a:rPr lang="en-US" sz="2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</m:sub>
                      </m:sSub>
                      <m:r>
                        <a:rPr lang="en-US" sz="2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=0.1 </m:t>
                      </m:r>
                      <m:r>
                        <a:rPr lang="en-US" sz="2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𝑝𝑢</m:t>
                      </m:r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Δ</m:t>
                      </m:r>
                      <m:sSub>
                        <m:sSubPr>
                          <m:ctrlPr>
                            <a:rPr lang="da-DK" sz="2200" b="0" i="1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da-DK" sz="2200" b="0" i="1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𝑉</m:t>
                          </m:r>
                        </m:e>
                        <m:sub>
                          <m:r>
                            <a:rPr lang="da-DK" sz="2200" b="0" i="1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𝑟𝑒𝑓</m:t>
                          </m:r>
                        </m:sub>
                      </m:sSub>
                      <m:r>
                        <a:rPr lang="en-US" sz="2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=0.01 </m:t>
                      </m:r>
                      <m:r>
                        <a:rPr lang="en-US" sz="2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𝑝𝑢</m:t>
                      </m:r>
                    </m:oMath>
                    <m:oMath xmlns:m="http://schemas.openxmlformats.org/officeDocument/2006/math">
                      <m:r>
                        <a:rPr lang="da-DK" sz="22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lang="da-DK" sz="22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𝑉𝑜𝑙𝑡𝑎𝑔𝑒</m:t>
                      </m:r>
                      <m:r>
                        <a:rPr lang="da-DK" sz="22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lang="da-DK" sz="22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𝑠𝑡𝑒𝑝</m:t>
                      </m:r>
                      <m:r>
                        <a:rPr lang="da-DK" sz="22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lang="en-US" sz="2200" i="1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9" name="Scroll: Vertical 8">
                <a:extLst>
                  <a:ext uri="{FF2B5EF4-FFF2-40B4-BE49-F238E27FC236}">
                    <a16:creationId xmlns:a16="http://schemas.microsoft.com/office/drawing/2014/main" id="{D3AB9BD1-4462-5A09-C42B-003006663F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869" y="4214946"/>
                <a:ext cx="2001811" cy="971736"/>
              </a:xfrm>
              <a:prstGeom prst="verticalScroll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34548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309BFD-47E6-63E3-3090-AD883224B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7F9A85-4005-E2C2-A2FE-9D2C56A25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17304"/>
            <a:ext cx="2952925" cy="298558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Results DC Voltage</a:t>
            </a: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BD0C058D-27D4-3139-E199-E2C11099B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E94E0531-D614-3CB6-996E-FF0184A33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8342EDE-48A3-07C5-BAB9-2BE6718A51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4896" y="1092253"/>
            <a:ext cx="9317736" cy="4988871"/>
          </a:xfrm>
          <a:prstGeom prst="rect">
            <a:avLst/>
          </a:prstGeom>
        </p:spPr>
      </p:pic>
      <p:sp>
        <p:nvSpPr>
          <p:cNvPr id="3" name="Callout: Line 2">
            <a:extLst>
              <a:ext uri="{FF2B5EF4-FFF2-40B4-BE49-F238E27FC236}">
                <a16:creationId xmlns:a16="http://schemas.microsoft.com/office/drawing/2014/main" id="{3E219714-0F74-89AB-6518-84D15FA50A50}"/>
              </a:ext>
            </a:extLst>
          </p:cNvPr>
          <p:cNvSpPr/>
          <p:nvPr/>
        </p:nvSpPr>
        <p:spPr>
          <a:xfrm>
            <a:off x="4379053" y="2861545"/>
            <a:ext cx="4353886" cy="2985582"/>
          </a:xfrm>
          <a:prstGeom prst="borderCallout1">
            <a:avLst>
              <a:gd name="adj1" fmla="val -15"/>
              <a:gd name="adj2" fmla="val 49727"/>
              <a:gd name="adj3" fmla="val -15238"/>
              <a:gd name="adj4" fmla="val 4982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DB11166-32F9-F232-2677-AD1C6CA2BC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1038" y="2984602"/>
            <a:ext cx="4216400" cy="278114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C6419507-AEEC-71C8-7DEF-E0C5067E9292}"/>
                  </a:ext>
                </a:extLst>
              </p:cNvPr>
              <p:cNvSpPr/>
              <p:nvPr/>
            </p:nvSpPr>
            <p:spPr>
              <a:xfrm>
                <a:off x="10581639" y="3858936"/>
                <a:ext cx="1366521" cy="301584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da-DK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sz="14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da-DK" sz="1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e>
                        <m:sub>
                          <m:r>
                            <a:rPr lang="da-DK" sz="1400" b="0" i="1" smtClean="0">
                              <a:latin typeface="Cambria Math" panose="02040503050406030204" pitchFamily="18" charset="0"/>
                            </a:rPr>
                            <m:t>%</m:t>
                          </m:r>
                        </m:sub>
                      </m:sSub>
                      <m:r>
                        <a:rPr lang="da-DK" sz="1400" b="0" i="1" smtClean="0">
                          <a:latin typeface="Cambria Math" panose="02040503050406030204" pitchFamily="18" charset="0"/>
                        </a:rPr>
                        <m:t>=0.01% 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C6419507-AEEC-71C8-7DEF-E0C5067E92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1639" y="3858936"/>
                <a:ext cx="1366521" cy="301584"/>
              </a:xfrm>
              <a:prstGeom prst="rect">
                <a:avLst/>
              </a:prstGeom>
              <a:blipFill>
                <a:blip r:embed="rId4"/>
                <a:stretch>
                  <a:fillRect b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Scroll: Vertical 4">
                <a:extLst>
                  <a:ext uri="{FF2B5EF4-FFF2-40B4-BE49-F238E27FC236}">
                    <a16:creationId xmlns:a16="http://schemas.microsoft.com/office/drawing/2014/main" id="{961C8658-A3EE-09B5-E169-65CA38C1D7D4}"/>
                  </a:ext>
                </a:extLst>
              </p:cNvPr>
              <p:cNvSpPr/>
              <p:nvPr/>
            </p:nvSpPr>
            <p:spPr>
              <a:xfrm>
                <a:off x="517869" y="4214946"/>
                <a:ext cx="2001811" cy="971736"/>
              </a:xfrm>
              <a:prstGeom prst="verticalScroll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91440" tIns="45720" rIns="91440" bIns="45720" rtlCol="0" anchor="t">
                <a:normAutofit fontScale="55000" lnSpcReduction="20000"/>
              </a:bodyPr>
              <a:lstStyle/>
              <a:p>
                <a:pPr>
                  <a:lnSpc>
                    <a:spcPct val="110000"/>
                  </a:lnSpc>
                  <a:spcBef>
                    <a:spcPts val="1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0" i="1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sz="2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𝑃</m:t>
                          </m:r>
                        </m:e>
                        <m:sub>
                          <m:r>
                            <a:rPr lang="en-US" sz="2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</m:sub>
                      </m:sSub>
                      <m:r>
                        <a:rPr lang="en-US" sz="2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=0.1 </m:t>
                      </m:r>
                      <m:r>
                        <a:rPr lang="en-US" sz="2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𝑝𝑢</m:t>
                      </m:r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Δ</m:t>
                      </m:r>
                      <m:sSub>
                        <m:sSubPr>
                          <m:ctrlPr>
                            <a:rPr lang="da-DK" sz="2200" b="0" i="1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da-DK" sz="2200" b="0" i="1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𝑉</m:t>
                          </m:r>
                        </m:e>
                        <m:sub>
                          <m:r>
                            <a:rPr lang="da-DK" sz="2200" b="0" i="1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𝑟𝑒𝑓</m:t>
                          </m:r>
                        </m:sub>
                      </m:sSub>
                      <m:r>
                        <a:rPr lang="en-US" sz="2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=0.01 </m:t>
                      </m:r>
                      <m:r>
                        <a:rPr lang="en-US" sz="2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𝑝𝑢</m:t>
                      </m:r>
                    </m:oMath>
                    <m:oMath xmlns:m="http://schemas.openxmlformats.org/officeDocument/2006/math">
                      <m:r>
                        <a:rPr lang="da-DK" sz="22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lang="da-DK" sz="22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𝑉𝑜𝑙𝑡𝑎𝑔𝑒</m:t>
                      </m:r>
                      <m:r>
                        <a:rPr lang="da-DK" sz="22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lang="da-DK" sz="22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𝑠𝑡𝑒𝑝</m:t>
                      </m:r>
                      <m:r>
                        <a:rPr lang="da-DK" sz="22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lang="en-US" sz="2200" i="1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5" name="Scroll: Vertical 4">
                <a:extLst>
                  <a:ext uri="{FF2B5EF4-FFF2-40B4-BE49-F238E27FC236}">
                    <a16:creationId xmlns:a16="http://schemas.microsoft.com/office/drawing/2014/main" id="{961C8658-A3EE-09B5-E169-65CA38C1D7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869" y="4214946"/>
                <a:ext cx="2001811" cy="971736"/>
              </a:xfrm>
              <a:prstGeom prst="verticalScroll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44516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843D4-FD4B-987C-75F2-73C7191F3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Stability Study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0ED131-863A-C905-3322-273B84C256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460" y="2211070"/>
            <a:ext cx="4465320" cy="32689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38D1C6-72D8-7B63-F385-E512419907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1218" y="832289"/>
            <a:ext cx="5584584" cy="275756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BE536D3-582D-C443-6B61-4F3F2D2AA1F2}"/>
              </a:ext>
            </a:extLst>
          </p:cNvPr>
          <p:cNvSpPr/>
          <p:nvPr/>
        </p:nvSpPr>
        <p:spPr>
          <a:xfrm>
            <a:off x="5683618" y="1862328"/>
            <a:ext cx="5347548" cy="141570"/>
          </a:xfrm>
          <a:prstGeom prst="rect">
            <a:avLst/>
          </a:prstGeom>
          <a:solidFill>
            <a:schemeClr val="accent5">
              <a:lumMod val="20000"/>
              <a:lumOff val="80000"/>
              <a:alpha val="4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F7D98F-722B-BA7D-703C-DAA83C96CB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7258" y="3735970"/>
            <a:ext cx="5675262" cy="287092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D35CBFC-2863-34D5-CC85-9DE2B2C299C8}"/>
              </a:ext>
            </a:extLst>
          </p:cNvPr>
          <p:cNvSpPr/>
          <p:nvPr/>
        </p:nvSpPr>
        <p:spPr>
          <a:xfrm>
            <a:off x="5597258" y="3589851"/>
            <a:ext cx="5675262" cy="2994218"/>
          </a:xfrm>
          <a:prstGeom prst="rect">
            <a:avLst/>
          </a:prstGeom>
          <a:solidFill>
            <a:schemeClr val="accent5">
              <a:lumMod val="20000"/>
              <a:lumOff val="80000"/>
              <a:alpha val="4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EDAD7B-EDFC-0301-6F03-5BE2FB7771B4}"/>
              </a:ext>
            </a:extLst>
          </p:cNvPr>
          <p:cNvSpPr/>
          <p:nvPr/>
        </p:nvSpPr>
        <p:spPr>
          <a:xfrm>
            <a:off x="5649736" y="4205441"/>
            <a:ext cx="5466066" cy="386013"/>
          </a:xfrm>
          <a:prstGeom prst="rect">
            <a:avLst/>
          </a:prstGeom>
          <a:solidFill>
            <a:schemeClr val="accent5">
              <a:lumMod val="75000"/>
              <a:alpha val="1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672026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414</Words>
  <Application>Microsoft Office PowerPoint</Application>
  <PresentationFormat>Widescreen</PresentationFormat>
  <Paragraphs>54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Bierstadt</vt:lpstr>
      <vt:lpstr>Cambria Math</vt:lpstr>
      <vt:lpstr>GestaltVTI</vt:lpstr>
      <vt:lpstr>Grey Box associated State Space</vt:lpstr>
      <vt:lpstr>Original EMT model</vt:lpstr>
      <vt:lpstr>Composition</vt:lpstr>
      <vt:lpstr>Validation Process</vt:lpstr>
      <vt:lpstr>Transient description (for next slides)</vt:lpstr>
      <vt:lpstr>Results Active Power</vt:lpstr>
      <vt:lpstr>Results RMS Voltage Poc</vt:lpstr>
      <vt:lpstr>Results Voltages Poc</vt:lpstr>
      <vt:lpstr>Results Voltages VSC</vt:lpstr>
      <vt:lpstr>Results Currents VSC</vt:lpstr>
      <vt:lpstr>Results Currents Grid</vt:lpstr>
      <vt:lpstr>Results Active Power</vt:lpstr>
      <vt:lpstr>Results RMS Voltage Poc</vt:lpstr>
      <vt:lpstr>Results Voltages Poc</vt:lpstr>
      <vt:lpstr>Results Voltages VSC</vt:lpstr>
      <vt:lpstr>Results Currents VSC</vt:lpstr>
      <vt:lpstr>Results Currents Grid</vt:lpstr>
      <vt:lpstr>Results DC Voltage</vt:lpstr>
      <vt:lpstr>Stability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Darii, Nicolae</dc:creator>
  <cp:lastModifiedBy>Darii, Nicolae</cp:lastModifiedBy>
  <cp:revision>1</cp:revision>
  <dcterms:created xsi:type="dcterms:W3CDTF">2025-12-11T12:41:06Z</dcterms:created>
  <dcterms:modified xsi:type="dcterms:W3CDTF">2025-12-12T12:44:30Z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6791f77-3d39-4d72-9277-ac879ec799ed_Enabled">
    <vt:lpwstr>true</vt:lpwstr>
  </property>
  <property fmtid="{D5CDD505-2E9C-101B-9397-08002B2CF9AE}" pid="3" name="MSIP_Label_36791f77-3d39-4d72-9277-ac879ec799ed_SetDate">
    <vt:lpwstr>2025-12-11T12:41:15Z</vt:lpwstr>
  </property>
  <property fmtid="{D5CDD505-2E9C-101B-9397-08002B2CF9AE}" pid="4" name="MSIP_Label_36791f77-3d39-4d72-9277-ac879ec799ed_Method">
    <vt:lpwstr>Standard</vt:lpwstr>
  </property>
  <property fmtid="{D5CDD505-2E9C-101B-9397-08002B2CF9AE}" pid="5" name="MSIP_Label_36791f77-3d39-4d72-9277-ac879ec799ed_Name">
    <vt:lpwstr>restricted-default</vt:lpwstr>
  </property>
  <property fmtid="{D5CDD505-2E9C-101B-9397-08002B2CF9AE}" pid="6" name="MSIP_Label_36791f77-3d39-4d72-9277-ac879ec799ed_SiteId">
    <vt:lpwstr>254ba93e-1f6f-48f3-90e6-e2766664b477</vt:lpwstr>
  </property>
  <property fmtid="{D5CDD505-2E9C-101B-9397-08002B2CF9AE}" pid="7" name="MSIP_Label_36791f77-3d39-4d72-9277-ac879ec799ed_ActionId">
    <vt:lpwstr>ccb36201-2fef-4de3-bdac-5eceb6f8622f</vt:lpwstr>
  </property>
  <property fmtid="{D5CDD505-2E9C-101B-9397-08002B2CF9AE}" pid="8" name="MSIP_Label_36791f77-3d39-4d72-9277-ac879ec799ed_ContentBits">
    <vt:lpwstr>0</vt:lpwstr>
  </property>
  <property fmtid="{D5CDD505-2E9C-101B-9397-08002B2CF9AE}" pid="9" name="MSIP_Label_36791f77-3d39-4d72-9277-ac879ec799ed_Tag">
    <vt:lpwstr>10, 3, 0, 1</vt:lpwstr>
  </property>
</Properties>
</file>